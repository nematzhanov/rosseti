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2563C9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563C9"/>
              </a:solidFill>
              <a:ln w="9525" cap="flat">
                <a:solidFill>
                  <a:srgbClr val="2563C9"/>
                </a:solidFill>
                <a:prstDash val="solid"/>
                <a:round/>
              </a:ln>
              <a:effectLst/>
            </c:spPr>
          </c:marker>
          <c:xVal>
            <c:numRef>
              <c:f>Sheet1!$A$2:$A$2099</c:f>
              <c:numCache>
                <c:formatCode>General</c:formatCode>
                <c:ptCount val="2098"/>
                <c:pt idx="0">
                  <c:v>-1.3</c:v>
                </c:pt>
                <c:pt idx="1">
                  <c:v>-1</c:v>
                </c:pt>
                <c:pt idx="2">
                  <c:v>-2.3</c:v>
                </c:pt>
                <c:pt idx="3">
                  <c:v>-4.1</c:v>
                </c:pt>
                <c:pt idx="4">
                  <c:v>-4.1</c:v>
                </c:pt>
                <c:pt idx="5">
                  <c:v>-3.8</c:v>
                </c:pt>
                <c:pt idx="6">
                  <c:v>-5.2</c:v>
                </c:pt>
                <c:pt idx="7">
                  <c:v>-8.6</c:v>
                </c:pt>
                <c:pt idx="8">
                  <c:v>-12.2</c:v>
                </c:pt>
                <c:pt idx="9">
                  <c:v>-16.6</c:v>
                </c:pt>
                <c:pt idx="10">
                  <c:v>-13.7</c:v>
                </c:pt>
                <c:pt idx="11">
                  <c:v>-12.3</c:v>
                </c:pt>
                <c:pt idx="12">
                  <c:v>-15.3</c:v>
                </c:pt>
                <c:pt idx="13">
                  <c:v>-18.1</c:v>
                </c:pt>
                <c:pt idx="14">
                  <c:v>-17.5</c:v>
                </c:pt>
                <c:pt idx="15">
                  <c:v>-16.6</c:v>
                </c:pt>
                <c:pt idx="16">
                  <c:v>-11</c:v>
                </c:pt>
                <c:pt idx="17">
                  <c:v>-7.9</c:v>
                </c:pt>
                <c:pt idx="18">
                  <c:v>-7.8</c:v>
                </c:pt>
                <c:pt idx="19">
                  <c:v>-8.9</c:v>
                </c:pt>
                <c:pt idx="20">
                  <c:v>-10.6</c:v>
                </c:pt>
                <c:pt idx="21">
                  <c:v>-6.9</c:v>
                </c:pt>
                <c:pt idx="22">
                  <c:v>-3.1</c:v>
                </c:pt>
                <c:pt idx="23">
                  <c:v>-1.1</c:v>
                </c:pt>
                <c:pt idx="24">
                  <c:v>0.9</c:v>
                </c:pt>
                <c:pt idx="25">
                  <c:v>0.7</c:v>
                </c:pt>
                <c:pt idx="26">
                  <c:v>-0.6</c:v>
                </c:pt>
                <c:pt idx="27">
                  <c:v>-1.7</c:v>
                </c:pt>
                <c:pt idx="28">
                  <c:v>-3.1</c:v>
                </c:pt>
                <c:pt idx="29">
                  <c:v>-2.7</c:v>
                </c:pt>
                <c:pt idx="30">
                  <c:v>-4.5</c:v>
                </c:pt>
                <c:pt idx="31">
                  <c:v>-4.8</c:v>
                </c:pt>
                <c:pt idx="32">
                  <c:v>-5.2</c:v>
                </c:pt>
                <c:pt idx="33">
                  <c:v>-5.6</c:v>
                </c:pt>
                <c:pt idx="34">
                  <c:v>-9.5</c:v>
                </c:pt>
                <c:pt idx="35">
                  <c:v>-13.2</c:v>
                </c:pt>
                <c:pt idx="36">
                  <c:v>-14.3</c:v>
                </c:pt>
                <c:pt idx="37">
                  <c:v>-12.7</c:v>
                </c:pt>
                <c:pt idx="38">
                  <c:v>-14.4</c:v>
                </c:pt>
                <c:pt idx="39">
                  <c:v>-16.1</c:v>
                </c:pt>
                <c:pt idx="40">
                  <c:v>-18.6</c:v>
                </c:pt>
                <c:pt idx="41">
                  <c:v>-16.1</c:v>
                </c:pt>
                <c:pt idx="42">
                  <c:v>-17.5</c:v>
                </c:pt>
                <c:pt idx="43">
                  <c:v>-15.5</c:v>
                </c:pt>
                <c:pt idx="44">
                  <c:v>-10.4</c:v>
                </c:pt>
                <c:pt idx="45">
                  <c:v>-13.1</c:v>
                </c:pt>
                <c:pt idx="46">
                  <c:v>-10</c:v>
                </c:pt>
                <c:pt idx="47">
                  <c:v>-17</c:v>
                </c:pt>
                <c:pt idx="48">
                  <c:v>-19.7</c:v>
                </c:pt>
                <c:pt idx="49">
                  <c:v>-15.4</c:v>
                </c:pt>
                <c:pt idx="50">
                  <c:v>-12.1</c:v>
                </c:pt>
                <c:pt idx="51">
                  <c:v>-9.7</c:v>
                </c:pt>
                <c:pt idx="52">
                  <c:v>-14.3</c:v>
                </c:pt>
                <c:pt idx="53">
                  <c:v>-15.6</c:v>
                </c:pt>
                <c:pt idx="54">
                  <c:v>-6.9</c:v>
                </c:pt>
                <c:pt idx="55">
                  <c:v>-0.2</c:v>
                </c:pt>
                <c:pt idx="56">
                  <c:v>0</c:v>
                </c:pt>
                <c:pt idx="57">
                  <c:v>-0.5</c:v>
                </c:pt>
                <c:pt idx="58">
                  <c:v>-0.8</c:v>
                </c:pt>
                <c:pt idx="59">
                  <c:v>0.4</c:v>
                </c:pt>
                <c:pt idx="60">
                  <c:v>0.1</c:v>
                </c:pt>
                <c:pt idx="61">
                  <c:v>-1.5</c:v>
                </c:pt>
                <c:pt idx="62">
                  <c:v>-3.9</c:v>
                </c:pt>
                <c:pt idx="63">
                  <c:v>-7.3</c:v>
                </c:pt>
                <c:pt idx="64">
                  <c:v>-7.3</c:v>
                </c:pt>
                <c:pt idx="65">
                  <c:v>-6</c:v>
                </c:pt>
                <c:pt idx="66">
                  <c:v>-9.9</c:v>
                </c:pt>
                <c:pt idx="67">
                  <c:v>-15.1</c:v>
                </c:pt>
                <c:pt idx="68">
                  <c:v>-16.7</c:v>
                </c:pt>
                <c:pt idx="69">
                  <c:v>-11.2</c:v>
                </c:pt>
                <c:pt idx="70">
                  <c:v>-4.9</c:v>
                </c:pt>
                <c:pt idx="71">
                  <c:v>-0.1</c:v>
                </c:pt>
                <c:pt idx="72">
                  <c:v>0.4</c:v>
                </c:pt>
                <c:pt idx="73">
                  <c:v>0.5</c:v>
                </c:pt>
                <c:pt idx="74">
                  <c:v>-0.3</c:v>
                </c:pt>
                <c:pt idx="75">
                  <c:v>-1.8</c:v>
                </c:pt>
                <c:pt idx="76">
                  <c:v>-3</c:v>
                </c:pt>
                <c:pt idx="77">
                  <c:v>-7.1</c:v>
                </c:pt>
                <c:pt idx="78">
                  <c:v>-7.1</c:v>
                </c:pt>
                <c:pt idx="79">
                  <c:v>-1.1</c:v>
                </c:pt>
                <c:pt idx="80">
                  <c:v>-2.4</c:v>
                </c:pt>
                <c:pt idx="81">
                  <c:v>-3.3</c:v>
                </c:pt>
                <c:pt idx="82">
                  <c:v>3</c:v>
                </c:pt>
                <c:pt idx="83">
                  <c:v>3.7</c:v>
                </c:pt>
                <c:pt idx="84">
                  <c:v>1.9</c:v>
                </c:pt>
                <c:pt idx="85">
                  <c:v>3.4</c:v>
                </c:pt>
                <c:pt idx="86">
                  <c:v>4.3</c:v>
                </c:pt>
                <c:pt idx="87">
                  <c:v>4.8</c:v>
                </c:pt>
                <c:pt idx="88">
                  <c:v>5.6</c:v>
                </c:pt>
                <c:pt idx="89">
                  <c:v>3.1</c:v>
                </c:pt>
                <c:pt idx="90">
                  <c:v>1.9</c:v>
                </c:pt>
                <c:pt idx="91">
                  <c:v>0.7</c:v>
                </c:pt>
                <c:pt idx="92">
                  <c:v>0.1</c:v>
                </c:pt>
                <c:pt idx="93">
                  <c:v>1.5</c:v>
                </c:pt>
                <c:pt idx="94">
                  <c:v>3.3</c:v>
                </c:pt>
                <c:pt idx="95">
                  <c:v>2.1</c:v>
                </c:pt>
                <c:pt idx="96">
                  <c:v>2</c:v>
                </c:pt>
                <c:pt idx="97">
                  <c:v>1.2</c:v>
                </c:pt>
                <c:pt idx="98">
                  <c:v>2.1</c:v>
                </c:pt>
                <c:pt idx="99">
                  <c:v>3.8</c:v>
                </c:pt>
                <c:pt idx="100">
                  <c:v>4</c:v>
                </c:pt>
                <c:pt idx="101">
                  <c:v>8.8</c:v>
                </c:pt>
                <c:pt idx="102">
                  <c:v>7.3</c:v>
                </c:pt>
                <c:pt idx="103">
                  <c:v>4.4</c:v>
                </c:pt>
                <c:pt idx="104">
                  <c:v>3.8</c:v>
                </c:pt>
                <c:pt idx="105">
                  <c:v>5.3</c:v>
                </c:pt>
                <c:pt idx="106">
                  <c:v>7.1</c:v>
                </c:pt>
                <c:pt idx="107">
                  <c:v>6.8</c:v>
                </c:pt>
                <c:pt idx="108">
                  <c:v>6.5</c:v>
                </c:pt>
                <c:pt idx="109">
                  <c:v>6.9</c:v>
                </c:pt>
                <c:pt idx="110">
                  <c:v>5</c:v>
                </c:pt>
                <c:pt idx="111">
                  <c:v>5.8</c:v>
                </c:pt>
                <c:pt idx="112">
                  <c:v>5.9</c:v>
                </c:pt>
                <c:pt idx="113">
                  <c:v>4.1</c:v>
                </c:pt>
                <c:pt idx="114">
                  <c:v>3.4</c:v>
                </c:pt>
                <c:pt idx="115">
                  <c:v>3.6</c:v>
                </c:pt>
                <c:pt idx="116">
                  <c:v>3</c:v>
                </c:pt>
                <c:pt idx="117">
                  <c:v>2</c:v>
                </c:pt>
                <c:pt idx="118">
                  <c:v>2.8</c:v>
                </c:pt>
                <c:pt idx="119">
                  <c:v>4.3</c:v>
                </c:pt>
                <c:pt idx="120">
                  <c:v>3.6</c:v>
                </c:pt>
                <c:pt idx="121">
                  <c:v>3.9</c:v>
                </c:pt>
                <c:pt idx="122">
                  <c:v>3.2</c:v>
                </c:pt>
                <c:pt idx="123">
                  <c:v>2.6</c:v>
                </c:pt>
                <c:pt idx="124">
                  <c:v>4</c:v>
                </c:pt>
                <c:pt idx="125">
                  <c:v>4.9</c:v>
                </c:pt>
                <c:pt idx="126">
                  <c:v>5.9</c:v>
                </c:pt>
                <c:pt idx="127">
                  <c:v>5</c:v>
                </c:pt>
                <c:pt idx="128">
                  <c:v>6.9</c:v>
                </c:pt>
                <c:pt idx="129">
                  <c:v>10.6</c:v>
                </c:pt>
                <c:pt idx="130">
                  <c:v>15.2</c:v>
                </c:pt>
                <c:pt idx="131">
                  <c:v>17.1</c:v>
                </c:pt>
                <c:pt idx="132">
                  <c:v>16.6</c:v>
                </c:pt>
                <c:pt idx="133">
                  <c:v>14.2</c:v>
                </c:pt>
                <c:pt idx="134">
                  <c:v>14.8</c:v>
                </c:pt>
                <c:pt idx="135">
                  <c:v>13.1</c:v>
                </c:pt>
                <c:pt idx="136">
                  <c:v>16</c:v>
                </c:pt>
                <c:pt idx="137">
                  <c:v>18.5</c:v>
                </c:pt>
                <c:pt idx="138">
                  <c:v>19</c:v>
                </c:pt>
                <c:pt idx="139">
                  <c:v>14.6</c:v>
                </c:pt>
                <c:pt idx="140">
                  <c:v>12.3</c:v>
                </c:pt>
                <c:pt idx="141">
                  <c:v>11.6</c:v>
                </c:pt>
                <c:pt idx="142">
                  <c:v>10.9</c:v>
                </c:pt>
                <c:pt idx="143">
                  <c:v>10.8</c:v>
                </c:pt>
                <c:pt idx="144">
                  <c:v>10.5</c:v>
                </c:pt>
                <c:pt idx="145">
                  <c:v>9.7</c:v>
                </c:pt>
                <c:pt idx="146">
                  <c:v>11</c:v>
                </c:pt>
                <c:pt idx="147">
                  <c:v>11</c:v>
                </c:pt>
                <c:pt idx="148">
                  <c:v>9.5</c:v>
                </c:pt>
                <c:pt idx="149">
                  <c:v>8.8</c:v>
                </c:pt>
                <c:pt idx="150">
                  <c:v>10</c:v>
                </c:pt>
                <c:pt idx="151">
                  <c:v>12.7</c:v>
                </c:pt>
                <c:pt idx="152">
                  <c:v>14.2</c:v>
                </c:pt>
                <c:pt idx="153">
                  <c:v>16.2</c:v>
                </c:pt>
                <c:pt idx="154">
                  <c:v>18.4</c:v>
                </c:pt>
                <c:pt idx="155">
                  <c:v>18.4</c:v>
                </c:pt>
                <c:pt idx="156">
                  <c:v>18.2</c:v>
                </c:pt>
                <c:pt idx="157">
                  <c:v>17.2</c:v>
                </c:pt>
                <c:pt idx="158">
                  <c:v>16.6</c:v>
                </c:pt>
                <c:pt idx="159">
                  <c:v>17.6</c:v>
                </c:pt>
                <c:pt idx="160">
                  <c:v>18.8</c:v>
                </c:pt>
                <c:pt idx="161">
                  <c:v>19.4</c:v>
                </c:pt>
                <c:pt idx="162">
                  <c:v>18.8</c:v>
                </c:pt>
                <c:pt idx="163">
                  <c:v>17.8</c:v>
                </c:pt>
                <c:pt idx="164">
                  <c:v>16.6</c:v>
                </c:pt>
                <c:pt idx="165">
                  <c:v>16.3</c:v>
                </c:pt>
                <c:pt idx="166">
                  <c:v>16</c:v>
                </c:pt>
                <c:pt idx="167">
                  <c:v>17</c:v>
                </c:pt>
                <c:pt idx="168">
                  <c:v>20.8</c:v>
                </c:pt>
                <c:pt idx="169">
                  <c:v>22.8</c:v>
                </c:pt>
                <c:pt idx="170">
                  <c:v>23.5</c:v>
                </c:pt>
                <c:pt idx="171">
                  <c:v>25.4</c:v>
                </c:pt>
                <c:pt idx="172">
                  <c:v>26.6</c:v>
                </c:pt>
                <c:pt idx="173">
                  <c:v>26.2</c:v>
                </c:pt>
                <c:pt idx="174">
                  <c:v>22.4</c:v>
                </c:pt>
                <c:pt idx="175">
                  <c:v>21.7</c:v>
                </c:pt>
                <c:pt idx="176">
                  <c:v>20.8</c:v>
                </c:pt>
                <c:pt idx="177">
                  <c:v>20.7</c:v>
                </c:pt>
                <c:pt idx="178">
                  <c:v>20.3</c:v>
                </c:pt>
                <c:pt idx="179">
                  <c:v>19.7</c:v>
                </c:pt>
                <c:pt idx="180">
                  <c:v>20.7</c:v>
                </c:pt>
                <c:pt idx="181">
                  <c:v>19.8</c:v>
                </c:pt>
                <c:pt idx="182">
                  <c:v>18.5</c:v>
                </c:pt>
                <c:pt idx="183">
                  <c:v>19.4</c:v>
                </c:pt>
                <c:pt idx="184">
                  <c:v>20.6</c:v>
                </c:pt>
                <c:pt idx="185">
                  <c:v>22.2</c:v>
                </c:pt>
                <c:pt idx="186">
                  <c:v>23.3</c:v>
                </c:pt>
                <c:pt idx="187">
                  <c:v>24.8</c:v>
                </c:pt>
                <c:pt idx="188">
                  <c:v>25.5</c:v>
                </c:pt>
                <c:pt idx="189">
                  <c:v>24</c:v>
                </c:pt>
                <c:pt idx="190">
                  <c:v>24.6</c:v>
                </c:pt>
                <c:pt idx="191">
                  <c:v>24.7</c:v>
                </c:pt>
                <c:pt idx="192">
                  <c:v>23.5</c:v>
                </c:pt>
                <c:pt idx="193">
                  <c:v>24</c:v>
                </c:pt>
                <c:pt idx="194">
                  <c:v>24.4</c:v>
                </c:pt>
                <c:pt idx="195">
                  <c:v>24.9</c:v>
                </c:pt>
                <c:pt idx="196">
                  <c:v>24.4</c:v>
                </c:pt>
                <c:pt idx="197">
                  <c:v>22.3</c:v>
                </c:pt>
                <c:pt idx="198">
                  <c:v>22.2</c:v>
                </c:pt>
                <c:pt idx="199">
                  <c:v>19.4</c:v>
                </c:pt>
                <c:pt idx="200">
                  <c:v>17.8</c:v>
                </c:pt>
                <c:pt idx="201">
                  <c:v>16.4</c:v>
                </c:pt>
                <c:pt idx="202">
                  <c:v>16.3</c:v>
                </c:pt>
                <c:pt idx="203">
                  <c:v>16.2</c:v>
                </c:pt>
                <c:pt idx="204">
                  <c:v>15.3</c:v>
                </c:pt>
                <c:pt idx="205">
                  <c:v>17.6</c:v>
                </c:pt>
                <c:pt idx="206">
                  <c:v>19.8</c:v>
                </c:pt>
                <c:pt idx="207">
                  <c:v>21.3</c:v>
                </c:pt>
                <c:pt idx="208">
                  <c:v>20.6</c:v>
                </c:pt>
                <c:pt idx="209">
                  <c:v>19.4</c:v>
                </c:pt>
                <c:pt idx="210">
                  <c:v>19</c:v>
                </c:pt>
                <c:pt idx="211">
                  <c:v>17.8</c:v>
                </c:pt>
                <c:pt idx="212">
                  <c:v>17.9</c:v>
                </c:pt>
                <c:pt idx="213">
                  <c:v>17</c:v>
                </c:pt>
                <c:pt idx="214">
                  <c:v>16.2</c:v>
                </c:pt>
                <c:pt idx="215">
                  <c:v>15.2</c:v>
                </c:pt>
                <c:pt idx="216">
                  <c:v>15.1</c:v>
                </c:pt>
                <c:pt idx="217">
                  <c:v>15.7</c:v>
                </c:pt>
                <c:pt idx="218">
                  <c:v>16</c:v>
                </c:pt>
                <c:pt idx="219">
                  <c:v>18.4</c:v>
                </c:pt>
                <c:pt idx="220">
                  <c:v>18</c:v>
                </c:pt>
                <c:pt idx="221">
                  <c:v>17.8</c:v>
                </c:pt>
                <c:pt idx="222">
                  <c:v>18</c:v>
                </c:pt>
                <c:pt idx="223">
                  <c:v>17.8</c:v>
                </c:pt>
                <c:pt idx="224">
                  <c:v>18.4</c:v>
                </c:pt>
                <c:pt idx="225">
                  <c:v>17.7</c:v>
                </c:pt>
                <c:pt idx="226">
                  <c:v>16.7</c:v>
                </c:pt>
                <c:pt idx="227">
                  <c:v>16.5</c:v>
                </c:pt>
                <c:pt idx="228">
                  <c:v>18</c:v>
                </c:pt>
                <c:pt idx="229">
                  <c:v>17.6</c:v>
                </c:pt>
                <c:pt idx="230">
                  <c:v>16.7</c:v>
                </c:pt>
                <c:pt idx="231">
                  <c:v>16</c:v>
                </c:pt>
                <c:pt idx="232">
                  <c:v>14.3</c:v>
                </c:pt>
                <c:pt idx="233">
                  <c:v>14.3</c:v>
                </c:pt>
                <c:pt idx="234">
                  <c:v>13.2</c:v>
                </c:pt>
                <c:pt idx="235">
                  <c:v>11.2</c:v>
                </c:pt>
                <c:pt idx="236">
                  <c:v>11.6</c:v>
                </c:pt>
                <c:pt idx="237">
                  <c:v>12.6</c:v>
                </c:pt>
                <c:pt idx="238">
                  <c:v>13.6</c:v>
                </c:pt>
                <c:pt idx="239">
                  <c:v>15.1</c:v>
                </c:pt>
                <c:pt idx="240">
                  <c:v>14.1</c:v>
                </c:pt>
                <c:pt idx="241">
                  <c:v>14.1</c:v>
                </c:pt>
                <c:pt idx="242">
                  <c:v>12.9</c:v>
                </c:pt>
                <c:pt idx="243">
                  <c:v>12</c:v>
                </c:pt>
                <c:pt idx="244">
                  <c:v>10.5</c:v>
                </c:pt>
                <c:pt idx="245">
                  <c:v>9.3</c:v>
                </c:pt>
                <c:pt idx="246">
                  <c:v>8.5</c:v>
                </c:pt>
                <c:pt idx="247">
                  <c:v>8.2</c:v>
                </c:pt>
                <c:pt idx="248">
                  <c:v>9.5</c:v>
                </c:pt>
                <c:pt idx="249">
                  <c:v>11.4</c:v>
                </c:pt>
                <c:pt idx="250">
                  <c:v>13.4</c:v>
                </c:pt>
                <c:pt idx="251">
                  <c:v>14.1</c:v>
                </c:pt>
                <c:pt idx="252">
                  <c:v>12.4</c:v>
                </c:pt>
                <c:pt idx="253">
                  <c:v>13.2</c:v>
                </c:pt>
                <c:pt idx="254">
                  <c:v>13.1</c:v>
                </c:pt>
                <c:pt idx="255">
                  <c:v>12.9</c:v>
                </c:pt>
                <c:pt idx="256">
                  <c:v>9.6</c:v>
                </c:pt>
                <c:pt idx="257">
                  <c:v>8</c:v>
                </c:pt>
                <c:pt idx="258">
                  <c:v>7.5</c:v>
                </c:pt>
                <c:pt idx="259">
                  <c:v>7.4</c:v>
                </c:pt>
                <c:pt idx="260">
                  <c:v>7.1</c:v>
                </c:pt>
                <c:pt idx="261">
                  <c:v>6.8</c:v>
                </c:pt>
                <c:pt idx="262">
                  <c:v>6.2</c:v>
                </c:pt>
                <c:pt idx="263">
                  <c:v>6.2</c:v>
                </c:pt>
                <c:pt idx="264">
                  <c:v>6.6</c:v>
                </c:pt>
                <c:pt idx="265">
                  <c:v>7.4</c:v>
                </c:pt>
                <c:pt idx="266">
                  <c:v>8.3</c:v>
                </c:pt>
                <c:pt idx="267">
                  <c:v>8.7</c:v>
                </c:pt>
                <c:pt idx="268">
                  <c:v>9.1</c:v>
                </c:pt>
                <c:pt idx="269">
                  <c:v>8.3</c:v>
                </c:pt>
                <c:pt idx="270">
                  <c:v>8.3</c:v>
                </c:pt>
                <c:pt idx="271">
                  <c:v>8.4</c:v>
                </c:pt>
                <c:pt idx="272">
                  <c:v>8.1</c:v>
                </c:pt>
                <c:pt idx="273">
                  <c:v>8.3</c:v>
                </c:pt>
                <c:pt idx="274">
                  <c:v>8.7</c:v>
                </c:pt>
                <c:pt idx="275">
                  <c:v>8.6</c:v>
                </c:pt>
                <c:pt idx="276">
                  <c:v>8.9</c:v>
                </c:pt>
                <c:pt idx="277">
                  <c:v>9.4</c:v>
                </c:pt>
                <c:pt idx="278">
                  <c:v>9.9</c:v>
                </c:pt>
                <c:pt idx="279">
                  <c:v>9.2</c:v>
                </c:pt>
                <c:pt idx="280">
                  <c:v>8.3</c:v>
                </c:pt>
                <c:pt idx="281">
                  <c:v>8</c:v>
                </c:pt>
                <c:pt idx="282">
                  <c:v>8.5</c:v>
                </c:pt>
                <c:pt idx="283">
                  <c:v>8</c:v>
                </c:pt>
                <c:pt idx="284">
                  <c:v>6.6</c:v>
                </c:pt>
                <c:pt idx="285">
                  <c:v>6</c:v>
                </c:pt>
                <c:pt idx="286">
                  <c:v>5.5</c:v>
                </c:pt>
                <c:pt idx="287">
                  <c:v>5.5</c:v>
                </c:pt>
                <c:pt idx="288">
                  <c:v>6.2</c:v>
                </c:pt>
                <c:pt idx="289">
                  <c:v>5.6</c:v>
                </c:pt>
                <c:pt idx="290">
                  <c:v>3.8</c:v>
                </c:pt>
                <c:pt idx="291">
                  <c:v>1.9</c:v>
                </c:pt>
                <c:pt idx="292">
                  <c:v>2.4</c:v>
                </c:pt>
                <c:pt idx="293">
                  <c:v>8.9</c:v>
                </c:pt>
                <c:pt idx="294">
                  <c:v>6.5</c:v>
                </c:pt>
                <c:pt idx="295">
                  <c:v>3.6</c:v>
                </c:pt>
                <c:pt idx="296">
                  <c:v>0.7</c:v>
                </c:pt>
                <c:pt idx="297">
                  <c:v>3.4</c:v>
                </c:pt>
                <c:pt idx="298">
                  <c:v>4.4</c:v>
                </c:pt>
                <c:pt idx="299">
                  <c:v>5.8</c:v>
                </c:pt>
                <c:pt idx="300">
                  <c:v>4.9</c:v>
                </c:pt>
                <c:pt idx="301">
                  <c:v>7.7</c:v>
                </c:pt>
                <c:pt idx="302">
                  <c:v>6.6</c:v>
                </c:pt>
                <c:pt idx="303">
                  <c:v>6.6</c:v>
                </c:pt>
                <c:pt idx="304">
                  <c:v>6.3</c:v>
                </c:pt>
                <c:pt idx="305">
                  <c:v>3.8</c:v>
                </c:pt>
                <c:pt idx="306">
                  <c:v>5</c:v>
                </c:pt>
                <c:pt idx="307">
                  <c:v>6.1</c:v>
                </c:pt>
                <c:pt idx="308">
                  <c:v>6.3</c:v>
                </c:pt>
                <c:pt idx="309">
                  <c:v>4.9</c:v>
                </c:pt>
                <c:pt idx="310">
                  <c:v>2.9</c:v>
                </c:pt>
                <c:pt idx="311">
                  <c:v>0.7</c:v>
                </c:pt>
                <c:pt idx="312">
                  <c:v>-2</c:v>
                </c:pt>
                <c:pt idx="313">
                  <c:v>1.8</c:v>
                </c:pt>
                <c:pt idx="314">
                  <c:v>4.6</c:v>
                </c:pt>
                <c:pt idx="315">
                  <c:v>3.8</c:v>
                </c:pt>
                <c:pt idx="316">
                  <c:v>1.6</c:v>
                </c:pt>
                <c:pt idx="317">
                  <c:v>0.2</c:v>
                </c:pt>
                <c:pt idx="318">
                  <c:v>-1.1</c:v>
                </c:pt>
                <c:pt idx="319">
                  <c:v>1.3</c:v>
                </c:pt>
                <c:pt idx="320">
                  <c:v>0.7</c:v>
                </c:pt>
                <c:pt idx="321">
                  <c:v>1.5</c:v>
                </c:pt>
                <c:pt idx="322">
                  <c:v>2.3</c:v>
                </c:pt>
                <c:pt idx="323">
                  <c:v>1.9</c:v>
                </c:pt>
                <c:pt idx="324">
                  <c:v>0</c:v>
                </c:pt>
                <c:pt idx="325">
                  <c:v>-3.3</c:v>
                </c:pt>
                <c:pt idx="326">
                  <c:v>-3.6</c:v>
                </c:pt>
                <c:pt idx="327">
                  <c:v>-0.9</c:v>
                </c:pt>
                <c:pt idx="328">
                  <c:v>-0.6</c:v>
                </c:pt>
                <c:pt idx="329">
                  <c:v>-0.7</c:v>
                </c:pt>
                <c:pt idx="330">
                  <c:v>-4</c:v>
                </c:pt>
                <c:pt idx="331">
                  <c:v>-4.5</c:v>
                </c:pt>
                <c:pt idx="332">
                  <c:v>-7</c:v>
                </c:pt>
                <c:pt idx="333">
                  <c:v>-5.3</c:v>
                </c:pt>
                <c:pt idx="334">
                  <c:v>-5.3</c:v>
                </c:pt>
                <c:pt idx="335">
                  <c:v>-7.4</c:v>
                </c:pt>
                <c:pt idx="336">
                  <c:v>-8.7</c:v>
                </c:pt>
                <c:pt idx="337">
                  <c:v>-8.5</c:v>
                </c:pt>
                <c:pt idx="338">
                  <c:v>-14.2</c:v>
                </c:pt>
                <c:pt idx="339">
                  <c:v>-17.4</c:v>
                </c:pt>
                <c:pt idx="340">
                  <c:v>-13.7</c:v>
                </c:pt>
                <c:pt idx="341">
                  <c:v>-12.5</c:v>
                </c:pt>
                <c:pt idx="342">
                  <c:v>-12.7</c:v>
                </c:pt>
                <c:pt idx="343">
                  <c:v>-11.7</c:v>
                </c:pt>
                <c:pt idx="344">
                  <c:v>-6.6</c:v>
                </c:pt>
                <c:pt idx="345">
                  <c:v>-5</c:v>
                </c:pt>
                <c:pt idx="346">
                  <c:v>-3</c:v>
                </c:pt>
                <c:pt idx="347">
                  <c:v>-1.4</c:v>
                </c:pt>
                <c:pt idx="348">
                  <c:v>0.4</c:v>
                </c:pt>
                <c:pt idx="349">
                  <c:v>0.9</c:v>
                </c:pt>
                <c:pt idx="350">
                  <c:v>-0.7</c:v>
                </c:pt>
                <c:pt idx="351">
                  <c:v>-1.8</c:v>
                </c:pt>
                <c:pt idx="352">
                  <c:v>-3.6</c:v>
                </c:pt>
                <c:pt idx="353">
                  <c:v>-11.2</c:v>
                </c:pt>
                <c:pt idx="354">
                  <c:v>-13.5</c:v>
                </c:pt>
                <c:pt idx="355">
                  <c:v>-11.6</c:v>
                </c:pt>
                <c:pt idx="356">
                  <c:v>-7.5</c:v>
                </c:pt>
                <c:pt idx="357">
                  <c:v>-7.7</c:v>
                </c:pt>
                <c:pt idx="358">
                  <c:v>-12.5</c:v>
                </c:pt>
                <c:pt idx="359">
                  <c:v>-13.7</c:v>
                </c:pt>
                <c:pt idx="360">
                  <c:v>-11.2</c:v>
                </c:pt>
                <c:pt idx="361">
                  <c:v>-9.6</c:v>
                </c:pt>
                <c:pt idx="362">
                  <c:v>-7.8</c:v>
                </c:pt>
                <c:pt idx="363">
                  <c:v>-7</c:v>
                </c:pt>
                <c:pt idx="364">
                  <c:v>-3.3</c:v>
                </c:pt>
                <c:pt idx="365">
                  <c:v>-4.2</c:v>
                </c:pt>
                <c:pt idx="366">
                  <c:v>-8.1</c:v>
                </c:pt>
                <c:pt idx="367">
                  <c:v>-7.9</c:v>
                </c:pt>
                <c:pt idx="368">
                  <c:v>-7.2</c:v>
                </c:pt>
                <c:pt idx="369">
                  <c:v>-3.9</c:v>
                </c:pt>
                <c:pt idx="370">
                  <c:v>-5</c:v>
                </c:pt>
                <c:pt idx="371">
                  <c:v>-9.7</c:v>
                </c:pt>
                <c:pt idx="372">
                  <c:v>-10.5</c:v>
                </c:pt>
                <c:pt idx="373">
                  <c:v>-7.4</c:v>
                </c:pt>
                <c:pt idx="374">
                  <c:v>-9.3</c:v>
                </c:pt>
                <c:pt idx="375">
                  <c:v>-12.1</c:v>
                </c:pt>
                <c:pt idx="376">
                  <c:v>-11.3</c:v>
                </c:pt>
                <c:pt idx="377">
                  <c:v>-0.9</c:v>
                </c:pt>
                <c:pt idx="378">
                  <c:v>-0.7</c:v>
                </c:pt>
                <c:pt idx="379">
                  <c:v>-2.8</c:v>
                </c:pt>
                <c:pt idx="380">
                  <c:v>-4.3</c:v>
                </c:pt>
                <c:pt idx="381">
                  <c:v>-2.1</c:v>
                </c:pt>
                <c:pt idx="382">
                  <c:v>-6.4</c:v>
                </c:pt>
                <c:pt idx="383">
                  <c:v>-1.8</c:v>
                </c:pt>
                <c:pt idx="384">
                  <c:v>-0.6</c:v>
                </c:pt>
                <c:pt idx="385">
                  <c:v>-2.9</c:v>
                </c:pt>
                <c:pt idx="386">
                  <c:v>-4.5</c:v>
                </c:pt>
                <c:pt idx="387">
                  <c:v>-6.7</c:v>
                </c:pt>
                <c:pt idx="388">
                  <c:v>-2.3</c:v>
                </c:pt>
                <c:pt idx="389">
                  <c:v>-1.8</c:v>
                </c:pt>
                <c:pt idx="390">
                  <c:v>-7.1</c:v>
                </c:pt>
                <c:pt idx="391">
                  <c:v>-5.2</c:v>
                </c:pt>
                <c:pt idx="392">
                  <c:v>-3.8</c:v>
                </c:pt>
                <c:pt idx="393">
                  <c:v>-5.1</c:v>
                </c:pt>
                <c:pt idx="394">
                  <c:v>-4.4</c:v>
                </c:pt>
                <c:pt idx="395">
                  <c:v>-4.8</c:v>
                </c:pt>
                <c:pt idx="396">
                  <c:v>-5.5</c:v>
                </c:pt>
                <c:pt idx="397">
                  <c:v>-6.3</c:v>
                </c:pt>
                <c:pt idx="398">
                  <c:v>-8.5</c:v>
                </c:pt>
                <c:pt idx="399">
                  <c:v>-10.6</c:v>
                </c:pt>
                <c:pt idx="400">
                  <c:v>-8.5</c:v>
                </c:pt>
                <c:pt idx="401">
                  <c:v>-4</c:v>
                </c:pt>
                <c:pt idx="402">
                  <c:v>-1.3</c:v>
                </c:pt>
                <c:pt idx="403">
                  <c:v>-2.1</c:v>
                </c:pt>
                <c:pt idx="404">
                  <c:v>-1.8</c:v>
                </c:pt>
                <c:pt idx="405">
                  <c:v>-0.1</c:v>
                </c:pt>
                <c:pt idx="406">
                  <c:v>-1.9</c:v>
                </c:pt>
                <c:pt idx="407">
                  <c:v>-3.5</c:v>
                </c:pt>
                <c:pt idx="408">
                  <c:v>-1.7</c:v>
                </c:pt>
                <c:pt idx="409">
                  <c:v>-0.3</c:v>
                </c:pt>
                <c:pt idx="410">
                  <c:v>0.2</c:v>
                </c:pt>
                <c:pt idx="411">
                  <c:v>0.6</c:v>
                </c:pt>
                <c:pt idx="412">
                  <c:v>0.9</c:v>
                </c:pt>
                <c:pt idx="413">
                  <c:v>0.5</c:v>
                </c:pt>
                <c:pt idx="414">
                  <c:v>0.3</c:v>
                </c:pt>
                <c:pt idx="415">
                  <c:v>-1.3</c:v>
                </c:pt>
                <c:pt idx="416">
                  <c:v>-1.4</c:v>
                </c:pt>
                <c:pt idx="417">
                  <c:v>-1.4</c:v>
                </c:pt>
                <c:pt idx="418">
                  <c:v>-4.7</c:v>
                </c:pt>
                <c:pt idx="419">
                  <c:v>-3</c:v>
                </c:pt>
                <c:pt idx="420">
                  <c:v>0.5</c:v>
                </c:pt>
                <c:pt idx="421">
                  <c:v>-0.9</c:v>
                </c:pt>
                <c:pt idx="422">
                  <c:v>-5.2</c:v>
                </c:pt>
                <c:pt idx="423">
                  <c:v>-2.3</c:v>
                </c:pt>
                <c:pt idx="424">
                  <c:v>-1.8</c:v>
                </c:pt>
                <c:pt idx="425">
                  <c:v>-1.5</c:v>
                </c:pt>
                <c:pt idx="426">
                  <c:v>-0.7</c:v>
                </c:pt>
                <c:pt idx="427">
                  <c:v>-2.1</c:v>
                </c:pt>
                <c:pt idx="428">
                  <c:v>-7.5</c:v>
                </c:pt>
                <c:pt idx="429">
                  <c:v>-5.2</c:v>
                </c:pt>
                <c:pt idx="430">
                  <c:v>-6.8</c:v>
                </c:pt>
                <c:pt idx="431">
                  <c:v>-11.4</c:v>
                </c:pt>
                <c:pt idx="432">
                  <c:v>-11.2</c:v>
                </c:pt>
                <c:pt idx="433">
                  <c:v>-8.8</c:v>
                </c:pt>
                <c:pt idx="434">
                  <c:v>-3.5</c:v>
                </c:pt>
                <c:pt idx="435">
                  <c:v>-1.8</c:v>
                </c:pt>
                <c:pt idx="436">
                  <c:v>-1.3</c:v>
                </c:pt>
                <c:pt idx="437">
                  <c:v>-2.5</c:v>
                </c:pt>
                <c:pt idx="438">
                  <c:v>-2.2</c:v>
                </c:pt>
                <c:pt idx="439">
                  <c:v>-1.9</c:v>
                </c:pt>
                <c:pt idx="440">
                  <c:v>-1.3</c:v>
                </c:pt>
                <c:pt idx="441">
                  <c:v>-0.9</c:v>
                </c:pt>
                <c:pt idx="442">
                  <c:v>0.6</c:v>
                </c:pt>
                <c:pt idx="443">
                  <c:v>1.4</c:v>
                </c:pt>
                <c:pt idx="444">
                  <c:v>1.1</c:v>
                </c:pt>
                <c:pt idx="445">
                  <c:v>1</c:v>
                </c:pt>
                <c:pt idx="446">
                  <c:v>0.4</c:v>
                </c:pt>
                <c:pt idx="447">
                  <c:v>0.6</c:v>
                </c:pt>
                <c:pt idx="448">
                  <c:v>1.4</c:v>
                </c:pt>
                <c:pt idx="449">
                  <c:v>0.3</c:v>
                </c:pt>
                <c:pt idx="450">
                  <c:v>-3.7</c:v>
                </c:pt>
                <c:pt idx="451">
                  <c:v>-2.1</c:v>
                </c:pt>
                <c:pt idx="452">
                  <c:v>-5.2</c:v>
                </c:pt>
                <c:pt idx="453">
                  <c:v>-4.7</c:v>
                </c:pt>
                <c:pt idx="454">
                  <c:v>-4</c:v>
                </c:pt>
                <c:pt idx="455">
                  <c:v>-4.4</c:v>
                </c:pt>
                <c:pt idx="456">
                  <c:v>-3.4</c:v>
                </c:pt>
                <c:pt idx="457">
                  <c:v>-3.3</c:v>
                </c:pt>
                <c:pt idx="458">
                  <c:v>-0.8</c:v>
                </c:pt>
                <c:pt idx="459">
                  <c:v>0.3</c:v>
                </c:pt>
                <c:pt idx="460">
                  <c:v>-1.3</c:v>
                </c:pt>
                <c:pt idx="461">
                  <c:v>1.2</c:v>
                </c:pt>
                <c:pt idx="462">
                  <c:v>4.3</c:v>
                </c:pt>
                <c:pt idx="463">
                  <c:v>3.9</c:v>
                </c:pt>
                <c:pt idx="464">
                  <c:v>2.7</c:v>
                </c:pt>
                <c:pt idx="465">
                  <c:v>3.6</c:v>
                </c:pt>
                <c:pt idx="466">
                  <c:v>2.5</c:v>
                </c:pt>
                <c:pt idx="467">
                  <c:v>2.5</c:v>
                </c:pt>
                <c:pt idx="468">
                  <c:v>2.2</c:v>
                </c:pt>
                <c:pt idx="469">
                  <c:v>2.2</c:v>
                </c:pt>
                <c:pt idx="470">
                  <c:v>1.8</c:v>
                </c:pt>
                <c:pt idx="471">
                  <c:v>2.2</c:v>
                </c:pt>
                <c:pt idx="472">
                  <c:v>4.1</c:v>
                </c:pt>
                <c:pt idx="473">
                  <c:v>5</c:v>
                </c:pt>
                <c:pt idx="474">
                  <c:v>6.5</c:v>
                </c:pt>
                <c:pt idx="475">
                  <c:v>6.2</c:v>
                </c:pt>
                <c:pt idx="476">
                  <c:v>7</c:v>
                </c:pt>
                <c:pt idx="477">
                  <c:v>5.6</c:v>
                </c:pt>
                <c:pt idx="478">
                  <c:v>5.1</c:v>
                </c:pt>
                <c:pt idx="479">
                  <c:v>5.4</c:v>
                </c:pt>
                <c:pt idx="480">
                  <c:v>5.2</c:v>
                </c:pt>
                <c:pt idx="481">
                  <c:v>1.4</c:v>
                </c:pt>
                <c:pt idx="482">
                  <c:v>1.2</c:v>
                </c:pt>
                <c:pt idx="483">
                  <c:v>2.2</c:v>
                </c:pt>
                <c:pt idx="484">
                  <c:v>2.6</c:v>
                </c:pt>
                <c:pt idx="485">
                  <c:v>4.3</c:v>
                </c:pt>
                <c:pt idx="486">
                  <c:v>6.1</c:v>
                </c:pt>
                <c:pt idx="487">
                  <c:v>5.4</c:v>
                </c:pt>
                <c:pt idx="488">
                  <c:v>3.1</c:v>
                </c:pt>
                <c:pt idx="489">
                  <c:v>5.1</c:v>
                </c:pt>
                <c:pt idx="490">
                  <c:v>8.6</c:v>
                </c:pt>
                <c:pt idx="491">
                  <c:v>11.5</c:v>
                </c:pt>
                <c:pt idx="492">
                  <c:v>7.4</c:v>
                </c:pt>
                <c:pt idx="493">
                  <c:v>6</c:v>
                </c:pt>
                <c:pt idx="494">
                  <c:v>8.5</c:v>
                </c:pt>
                <c:pt idx="495">
                  <c:v>11.3</c:v>
                </c:pt>
                <c:pt idx="496">
                  <c:v>9.8</c:v>
                </c:pt>
                <c:pt idx="497">
                  <c:v>9.5</c:v>
                </c:pt>
                <c:pt idx="498">
                  <c:v>9.6</c:v>
                </c:pt>
                <c:pt idx="499">
                  <c:v>9.5</c:v>
                </c:pt>
                <c:pt idx="500">
                  <c:v>8.4</c:v>
                </c:pt>
                <c:pt idx="501">
                  <c:v>6.6</c:v>
                </c:pt>
                <c:pt idx="502">
                  <c:v>7.5</c:v>
                </c:pt>
                <c:pt idx="503">
                  <c:v>8.3</c:v>
                </c:pt>
                <c:pt idx="504">
                  <c:v>7.2</c:v>
                </c:pt>
                <c:pt idx="505">
                  <c:v>7.7</c:v>
                </c:pt>
                <c:pt idx="506">
                  <c:v>7.2</c:v>
                </c:pt>
                <c:pt idx="507">
                  <c:v>8.7</c:v>
                </c:pt>
                <c:pt idx="508">
                  <c:v>9.7</c:v>
                </c:pt>
                <c:pt idx="509">
                  <c:v>10.2</c:v>
                </c:pt>
                <c:pt idx="510">
                  <c:v>9.3</c:v>
                </c:pt>
                <c:pt idx="511">
                  <c:v>10</c:v>
                </c:pt>
                <c:pt idx="512">
                  <c:v>11</c:v>
                </c:pt>
                <c:pt idx="513">
                  <c:v>11.1</c:v>
                </c:pt>
                <c:pt idx="514">
                  <c:v>13.3</c:v>
                </c:pt>
                <c:pt idx="515">
                  <c:v>14.5</c:v>
                </c:pt>
                <c:pt idx="516">
                  <c:v>15.3</c:v>
                </c:pt>
                <c:pt idx="517">
                  <c:v>16</c:v>
                </c:pt>
                <c:pt idx="518">
                  <c:v>14.7</c:v>
                </c:pt>
                <c:pt idx="519">
                  <c:v>13.5</c:v>
                </c:pt>
                <c:pt idx="520">
                  <c:v>14</c:v>
                </c:pt>
                <c:pt idx="521">
                  <c:v>13.6</c:v>
                </c:pt>
                <c:pt idx="522">
                  <c:v>14.4</c:v>
                </c:pt>
                <c:pt idx="523">
                  <c:v>16.8</c:v>
                </c:pt>
                <c:pt idx="524">
                  <c:v>16.6</c:v>
                </c:pt>
                <c:pt idx="525">
                  <c:v>15.9</c:v>
                </c:pt>
                <c:pt idx="526">
                  <c:v>16.8</c:v>
                </c:pt>
                <c:pt idx="527">
                  <c:v>17.1</c:v>
                </c:pt>
                <c:pt idx="528">
                  <c:v>16.1</c:v>
                </c:pt>
                <c:pt idx="529">
                  <c:v>14.6</c:v>
                </c:pt>
                <c:pt idx="530">
                  <c:v>14.2</c:v>
                </c:pt>
                <c:pt idx="531">
                  <c:v>14.9</c:v>
                </c:pt>
                <c:pt idx="532">
                  <c:v>13.3</c:v>
                </c:pt>
                <c:pt idx="533">
                  <c:v>13.7</c:v>
                </c:pt>
                <c:pt idx="534">
                  <c:v>14.4</c:v>
                </c:pt>
                <c:pt idx="535">
                  <c:v>13.6</c:v>
                </c:pt>
                <c:pt idx="536">
                  <c:v>13.5</c:v>
                </c:pt>
                <c:pt idx="537">
                  <c:v>14.6</c:v>
                </c:pt>
                <c:pt idx="538">
                  <c:v>16.8</c:v>
                </c:pt>
                <c:pt idx="539">
                  <c:v>18.6</c:v>
                </c:pt>
                <c:pt idx="540">
                  <c:v>20.6</c:v>
                </c:pt>
                <c:pt idx="541">
                  <c:v>22</c:v>
                </c:pt>
                <c:pt idx="542">
                  <c:v>22</c:v>
                </c:pt>
                <c:pt idx="543">
                  <c:v>20.9</c:v>
                </c:pt>
                <c:pt idx="544">
                  <c:v>20.5</c:v>
                </c:pt>
                <c:pt idx="545">
                  <c:v>20.4</c:v>
                </c:pt>
                <c:pt idx="546">
                  <c:v>22.6</c:v>
                </c:pt>
                <c:pt idx="547">
                  <c:v>22.6</c:v>
                </c:pt>
                <c:pt idx="548">
                  <c:v>21.3</c:v>
                </c:pt>
                <c:pt idx="549">
                  <c:v>21.3</c:v>
                </c:pt>
                <c:pt idx="550">
                  <c:v>20.6</c:v>
                </c:pt>
                <c:pt idx="551">
                  <c:v>18.8</c:v>
                </c:pt>
                <c:pt idx="552">
                  <c:v>17.9</c:v>
                </c:pt>
                <c:pt idx="553">
                  <c:v>17.9</c:v>
                </c:pt>
                <c:pt idx="554">
                  <c:v>18.1</c:v>
                </c:pt>
                <c:pt idx="555">
                  <c:v>17.3</c:v>
                </c:pt>
                <c:pt idx="556">
                  <c:v>17.9</c:v>
                </c:pt>
                <c:pt idx="557">
                  <c:v>21.4</c:v>
                </c:pt>
                <c:pt idx="558">
                  <c:v>20.7</c:v>
                </c:pt>
                <c:pt idx="559">
                  <c:v>18.1</c:v>
                </c:pt>
                <c:pt idx="560">
                  <c:v>17</c:v>
                </c:pt>
                <c:pt idx="561">
                  <c:v>15.3</c:v>
                </c:pt>
                <c:pt idx="562">
                  <c:v>15.3</c:v>
                </c:pt>
                <c:pt idx="563">
                  <c:v>15.3</c:v>
                </c:pt>
                <c:pt idx="564">
                  <c:v>16.9</c:v>
                </c:pt>
                <c:pt idx="565">
                  <c:v>17.9</c:v>
                </c:pt>
                <c:pt idx="566">
                  <c:v>21.1</c:v>
                </c:pt>
                <c:pt idx="567">
                  <c:v>22.1</c:v>
                </c:pt>
                <c:pt idx="568">
                  <c:v>21.3</c:v>
                </c:pt>
                <c:pt idx="569">
                  <c:v>18.8</c:v>
                </c:pt>
                <c:pt idx="570">
                  <c:v>18.7</c:v>
                </c:pt>
                <c:pt idx="571">
                  <c:v>20.3</c:v>
                </c:pt>
                <c:pt idx="572">
                  <c:v>19.3</c:v>
                </c:pt>
                <c:pt idx="573">
                  <c:v>17.4</c:v>
                </c:pt>
                <c:pt idx="574">
                  <c:v>16.3</c:v>
                </c:pt>
                <c:pt idx="575">
                  <c:v>16.5</c:v>
                </c:pt>
                <c:pt idx="576">
                  <c:v>16.9</c:v>
                </c:pt>
                <c:pt idx="577">
                  <c:v>16.6</c:v>
                </c:pt>
                <c:pt idx="578">
                  <c:v>17.7</c:v>
                </c:pt>
                <c:pt idx="579">
                  <c:v>18.6</c:v>
                </c:pt>
                <c:pt idx="580">
                  <c:v>20.7</c:v>
                </c:pt>
                <c:pt idx="581">
                  <c:v>22.2</c:v>
                </c:pt>
                <c:pt idx="582">
                  <c:v>21</c:v>
                </c:pt>
                <c:pt idx="583">
                  <c:v>17.5</c:v>
                </c:pt>
                <c:pt idx="584">
                  <c:v>15.8</c:v>
                </c:pt>
                <c:pt idx="585">
                  <c:v>16.3</c:v>
                </c:pt>
                <c:pt idx="586">
                  <c:v>16.8</c:v>
                </c:pt>
                <c:pt idx="587">
                  <c:v>18.4</c:v>
                </c:pt>
                <c:pt idx="588">
                  <c:v>19.1</c:v>
                </c:pt>
                <c:pt idx="589">
                  <c:v>18.5</c:v>
                </c:pt>
                <c:pt idx="590">
                  <c:v>18.6</c:v>
                </c:pt>
                <c:pt idx="591">
                  <c:v>20.5</c:v>
                </c:pt>
                <c:pt idx="592">
                  <c:v>22</c:v>
                </c:pt>
                <c:pt idx="593">
                  <c:v>23.1</c:v>
                </c:pt>
                <c:pt idx="594">
                  <c:v>22.7</c:v>
                </c:pt>
                <c:pt idx="595">
                  <c:v>22.8</c:v>
                </c:pt>
                <c:pt idx="596">
                  <c:v>21.9</c:v>
                </c:pt>
                <c:pt idx="597">
                  <c:v>19.7</c:v>
                </c:pt>
                <c:pt idx="598">
                  <c:v>19.7</c:v>
                </c:pt>
                <c:pt idx="599">
                  <c:v>20.5</c:v>
                </c:pt>
                <c:pt idx="600">
                  <c:v>21.9</c:v>
                </c:pt>
                <c:pt idx="601">
                  <c:v>19.5</c:v>
                </c:pt>
                <c:pt idx="602">
                  <c:v>17.8</c:v>
                </c:pt>
                <c:pt idx="603">
                  <c:v>19.6</c:v>
                </c:pt>
                <c:pt idx="604">
                  <c:v>21.3</c:v>
                </c:pt>
                <c:pt idx="605">
                  <c:v>19</c:v>
                </c:pt>
                <c:pt idx="606">
                  <c:v>14.6</c:v>
                </c:pt>
                <c:pt idx="607">
                  <c:v>10.2</c:v>
                </c:pt>
                <c:pt idx="608">
                  <c:v>8.6</c:v>
                </c:pt>
                <c:pt idx="609">
                  <c:v>9.4</c:v>
                </c:pt>
                <c:pt idx="610">
                  <c:v>8.8</c:v>
                </c:pt>
                <c:pt idx="611">
                  <c:v>9.1</c:v>
                </c:pt>
                <c:pt idx="612">
                  <c:v>9.4</c:v>
                </c:pt>
                <c:pt idx="613">
                  <c:v>9.8</c:v>
                </c:pt>
                <c:pt idx="614">
                  <c:v>9.2</c:v>
                </c:pt>
                <c:pt idx="615">
                  <c:v>8.4</c:v>
                </c:pt>
                <c:pt idx="616">
                  <c:v>8.9</c:v>
                </c:pt>
                <c:pt idx="617">
                  <c:v>9.8</c:v>
                </c:pt>
                <c:pt idx="618">
                  <c:v>10</c:v>
                </c:pt>
                <c:pt idx="619">
                  <c:v>10</c:v>
                </c:pt>
                <c:pt idx="620">
                  <c:v>11.1</c:v>
                </c:pt>
                <c:pt idx="621">
                  <c:v>11.3</c:v>
                </c:pt>
                <c:pt idx="622">
                  <c:v>11.3</c:v>
                </c:pt>
                <c:pt idx="623">
                  <c:v>11.4</c:v>
                </c:pt>
                <c:pt idx="624">
                  <c:v>10.6</c:v>
                </c:pt>
                <c:pt idx="625">
                  <c:v>11</c:v>
                </c:pt>
                <c:pt idx="626">
                  <c:v>9.8</c:v>
                </c:pt>
                <c:pt idx="627">
                  <c:v>10.7</c:v>
                </c:pt>
                <c:pt idx="628">
                  <c:v>9.2</c:v>
                </c:pt>
                <c:pt idx="629">
                  <c:v>8.7</c:v>
                </c:pt>
                <c:pt idx="630">
                  <c:v>8.7</c:v>
                </c:pt>
                <c:pt idx="631">
                  <c:v>8.8</c:v>
                </c:pt>
                <c:pt idx="632">
                  <c:v>8.1</c:v>
                </c:pt>
                <c:pt idx="633">
                  <c:v>8.1</c:v>
                </c:pt>
                <c:pt idx="634">
                  <c:v>8.4</c:v>
                </c:pt>
                <c:pt idx="635">
                  <c:v>7.4</c:v>
                </c:pt>
                <c:pt idx="636">
                  <c:v>6.3</c:v>
                </c:pt>
                <c:pt idx="637">
                  <c:v>6.9</c:v>
                </c:pt>
                <c:pt idx="638">
                  <c:v>7.4</c:v>
                </c:pt>
                <c:pt idx="639">
                  <c:v>6.7</c:v>
                </c:pt>
                <c:pt idx="640">
                  <c:v>6.9</c:v>
                </c:pt>
                <c:pt idx="641">
                  <c:v>8.1</c:v>
                </c:pt>
                <c:pt idx="642">
                  <c:v>8.1</c:v>
                </c:pt>
                <c:pt idx="643">
                  <c:v>10.5</c:v>
                </c:pt>
                <c:pt idx="644">
                  <c:v>10.7</c:v>
                </c:pt>
                <c:pt idx="645">
                  <c:v>10.7</c:v>
                </c:pt>
                <c:pt idx="646">
                  <c:v>9.4</c:v>
                </c:pt>
                <c:pt idx="647">
                  <c:v>7.9</c:v>
                </c:pt>
                <c:pt idx="648">
                  <c:v>7.9</c:v>
                </c:pt>
                <c:pt idx="649">
                  <c:v>7.7</c:v>
                </c:pt>
                <c:pt idx="650">
                  <c:v>6.4</c:v>
                </c:pt>
                <c:pt idx="651">
                  <c:v>7.9</c:v>
                </c:pt>
                <c:pt idx="652">
                  <c:v>8.7</c:v>
                </c:pt>
                <c:pt idx="653">
                  <c:v>9.6</c:v>
                </c:pt>
                <c:pt idx="654">
                  <c:v>9.7</c:v>
                </c:pt>
                <c:pt idx="655">
                  <c:v>7.7</c:v>
                </c:pt>
                <c:pt idx="656">
                  <c:v>5</c:v>
                </c:pt>
                <c:pt idx="657">
                  <c:v>5.1</c:v>
                </c:pt>
                <c:pt idx="658">
                  <c:v>4.7</c:v>
                </c:pt>
                <c:pt idx="659">
                  <c:v>4.7</c:v>
                </c:pt>
                <c:pt idx="660">
                  <c:v>4.9</c:v>
                </c:pt>
                <c:pt idx="661">
                  <c:v>3.1</c:v>
                </c:pt>
                <c:pt idx="662">
                  <c:v>1.5</c:v>
                </c:pt>
                <c:pt idx="663">
                  <c:v>4.6</c:v>
                </c:pt>
                <c:pt idx="664">
                  <c:v>6.8</c:v>
                </c:pt>
                <c:pt idx="665">
                  <c:v>7.8</c:v>
                </c:pt>
                <c:pt idx="666">
                  <c:v>9</c:v>
                </c:pt>
                <c:pt idx="667">
                  <c:v>4.7</c:v>
                </c:pt>
                <c:pt idx="668">
                  <c:v>2.3</c:v>
                </c:pt>
                <c:pt idx="669">
                  <c:v>4.4</c:v>
                </c:pt>
                <c:pt idx="670">
                  <c:v>4.4</c:v>
                </c:pt>
                <c:pt idx="671">
                  <c:v>2.7</c:v>
                </c:pt>
                <c:pt idx="672">
                  <c:v>0.1</c:v>
                </c:pt>
                <c:pt idx="673">
                  <c:v>-0.5</c:v>
                </c:pt>
                <c:pt idx="674">
                  <c:v>1</c:v>
                </c:pt>
                <c:pt idx="675">
                  <c:v>3.7</c:v>
                </c:pt>
                <c:pt idx="676">
                  <c:v>5</c:v>
                </c:pt>
                <c:pt idx="677">
                  <c:v>6</c:v>
                </c:pt>
                <c:pt idx="678">
                  <c:v>7</c:v>
                </c:pt>
                <c:pt idx="679">
                  <c:v>7.4</c:v>
                </c:pt>
                <c:pt idx="680">
                  <c:v>9.1</c:v>
                </c:pt>
                <c:pt idx="681">
                  <c:v>5.5</c:v>
                </c:pt>
                <c:pt idx="682">
                  <c:v>2</c:v>
                </c:pt>
                <c:pt idx="683">
                  <c:v>0.7</c:v>
                </c:pt>
                <c:pt idx="684">
                  <c:v>-0.6</c:v>
                </c:pt>
                <c:pt idx="685">
                  <c:v>-1.5</c:v>
                </c:pt>
                <c:pt idx="686">
                  <c:v>-3.7</c:v>
                </c:pt>
                <c:pt idx="687">
                  <c:v>-5.1</c:v>
                </c:pt>
                <c:pt idx="688">
                  <c:v>-4.6</c:v>
                </c:pt>
                <c:pt idx="689">
                  <c:v>-5.7</c:v>
                </c:pt>
                <c:pt idx="690">
                  <c:v>-4.5</c:v>
                </c:pt>
                <c:pt idx="691">
                  <c:v>-4.6</c:v>
                </c:pt>
                <c:pt idx="692">
                  <c:v>-5.8</c:v>
                </c:pt>
                <c:pt idx="693">
                  <c:v>-6.1</c:v>
                </c:pt>
                <c:pt idx="694">
                  <c:v>-7.3</c:v>
                </c:pt>
                <c:pt idx="695">
                  <c:v>-6.2</c:v>
                </c:pt>
                <c:pt idx="696">
                  <c:v>-3.8</c:v>
                </c:pt>
                <c:pt idx="697">
                  <c:v>-2.9</c:v>
                </c:pt>
                <c:pt idx="698">
                  <c:v>-3.2</c:v>
                </c:pt>
                <c:pt idx="699">
                  <c:v>-5.6</c:v>
                </c:pt>
                <c:pt idx="700">
                  <c:v>-8</c:v>
                </c:pt>
                <c:pt idx="701">
                  <c:v>-5.3</c:v>
                </c:pt>
                <c:pt idx="702">
                  <c:v>-5</c:v>
                </c:pt>
                <c:pt idx="703">
                  <c:v>-5</c:v>
                </c:pt>
                <c:pt idx="704">
                  <c:v>-5.9</c:v>
                </c:pt>
                <c:pt idx="705">
                  <c:v>-4.8</c:v>
                </c:pt>
                <c:pt idx="706">
                  <c:v>-4.3</c:v>
                </c:pt>
                <c:pt idx="707">
                  <c:v>-3.5</c:v>
                </c:pt>
                <c:pt idx="708">
                  <c:v>-7</c:v>
                </c:pt>
                <c:pt idx="709">
                  <c:v>-8.4</c:v>
                </c:pt>
                <c:pt idx="710">
                  <c:v>-9.9</c:v>
                </c:pt>
                <c:pt idx="711">
                  <c:v>-6</c:v>
                </c:pt>
                <c:pt idx="712">
                  <c:v>-6.3</c:v>
                </c:pt>
                <c:pt idx="713">
                  <c:v>-7.2</c:v>
                </c:pt>
                <c:pt idx="714">
                  <c:v>-7.6</c:v>
                </c:pt>
                <c:pt idx="715">
                  <c:v>-8.1</c:v>
                </c:pt>
                <c:pt idx="716">
                  <c:v>-8.6</c:v>
                </c:pt>
                <c:pt idx="717">
                  <c:v>-3.1</c:v>
                </c:pt>
                <c:pt idx="718">
                  <c:v>-7.2</c:v>
                </c:pt>
                <c:pt idx="719">
                  <c:v>-3.1</c:v>
                </c:pt>
                <c:pt idx="720">
                  <c:v>0.3</c:v>
                </c:pt>
                <c:pt idx="721">
                  <c:v>0.4</c:v>
                </c:pt>
                <c:pt idx="722">
                  <c:v>-1.6</c:v>
                </c:pt>
                <c:pt idx="723">
                  <c:v>-3.7</c:v>
                </c:pt>
                <c:pt idx="724">
                  <c:v>-5.5</c:v>
                </c:pt>
                <c:pt idx="725">
                  <c:v>-5.2</c:v>
                </c:pt>
                <c:pt idx="726">
                  <c:v>-2.2</c:v>
                </c:pt>
                <c:pt idx="727">
                  <c:v>-3.1</c:v>
                </c:pt>
                <c:pt idx="728">
                  <c:v>-1.6</c:v>
                </c:pt>
                <c:pt idx="729">
                  <c:v>-0.1</c:v>
                </c:pt>
                <c:pt idx="730">
                  <c:v>0.9</c:v>
                </c:pt>
                <c:pt idx="731">
                  <c:v>-2</c:v>
                </c:pt>
                <c:pt idx="732">
                  <c:v>-4.3</c:v>
                </c:pt>
                <c:pt idx="733">
                  <c:v>-6.1</c:v>
                </c:pt>
                <c:pt idx="734">
                  <c:v>-11.7</c:v>
                </c:pt>
                <c:pt idx="735">
                  <c:v>-13.7</c:v>
                </c:pt>
                <c:pt idx="736">
                  <c:v>-14.3</c:v>
                </c:pt>
                <c:pt idx="737">
                  <c:v>-17.6</c:v>
                </c:pt>
                <c:pt idx="738">
                  <c:v>-11.8</c:v>
                </c:pt>
                <c:pt idx="739">
                  <c:v>-8.3</c:v>
                </c:pt>
                <c:pt idx="740">
                  <c:v>-3.5</c:v>
                </c:pt>
                <c:pt idx="741">
                  <c:v>-3.2</c:v>
                </c:pt>
                <c:pt idx="742">
                  <c:v>0.6</c:v>
                </c:pt>
                <c:pt idx="743">
                  <c:v>1.2</c:v>
                </c:pt>
                <c:pt idx="744">
                  <c:v>1.3</c:v>
                </c:pt>
                <c:pt idx="745">
                  <c:v>0.9</c:v>
                </c:pt>
                <c:pt idx="746">
                  <c:v>-0.2</c:v>
                </c:pt>
                <c:pt idx="747">
                  <c:v>-0.2</c:v>
                </c:pt>
                <c:pt idx="748">
                  <c:v>0.6</c:v>
                </c:pt>
                <c:pt idx="749">
                  <c:v>-0.9</c:v>
                </c:pt>
                <c:pt idx="750">
                  <c:v>-2.7</c:v>
                </c:pt>
                <c:pt idx="751">
                  <c:v>-3.7</c:v>
                </c:pt>
                <c:pt idx="752">
                  <c:v>-5.5</c:v>
                </c:pt>
                <c:pt idx="753">
                  <c:v>-3.6</c:v>
                </c:pt>
                <c:pt idx="754">
                  <c:v>-0.5</c:v>
                </c:pt>
                <c:pt idx="755">
                  <c:v>0.4</c:v>
                </c:pt>
                <c:pt idx="756">
                  <c:v>-3.7</c:v>
                </c:pt>
                <c:pt idx="757">
                  <c:v>-4.8</c:v>
                </c:pt>
                <c:pt idx="758">
                  <c:v>-1.8</c:v>
                </c:pt>
                <c:pt idx="759">
                  <c:v>-0.2</c:v>
                </c:pt>
                <c:pt idx="760">
                  <c:v>-0.6</c:v>
                </c:pt>
                <c:pt idx="761">
                  <c:v>-1.5</c:v>
                </c:pt>
                <c:pt idx="762">
                  <c:v>-1.7</c:v>
                </c:pt>
                <c:pt idx="763">
                  <c:v>-4</c:v>
                </c:pt>
                <c:pt idx="764">
                  <c:v>-4.8</c:v>
                </c:pt>
                <c:pt idx="765">
                  <c:v>-7.5</c:v>
                </c:pt>
                <c:pt idx="766">
                  <c:v>-3.7</c:v>
                </c:pt>
                <c:pt idx="767">
                  <c:v>-3.4</c:v>
                </c:pt>
                <c:pt idx="768">
                  <c:v>-1.1</c:v>
                </c:pt>
                <c:pt idx="769">
                  <c:v>-0.8</c:v>
                </c:pt>
                <c:pt idx="770">
                  <c:v>-1.5</c:v>
                </c:pt>
                <c:pt idx="771">
                  <c:v>-3.7</c:v>
                </c:pt>
                <c:pt idx="772">
                  <c:v>-4.6</c:v>
                </c:pt>
                <c:pt idx="773">
                  <c:v>0.5</c:v>
                </c:pt>
                <c:pt idx="774">
                  <c:v>-1.1</c:v>
                </c:pt>
                <c:pt idx="775">
                  <c:v>-2.2</c:v>
                </c:pt>
                <c:pt idx="776">
                  <c:v>-2.5</c:v>
                </c:pt>
                <c:pt idx="777">
                  <c:v>-3.9</c:v>
                </c:pt>
                <c:pt idx="778">
                  <c:v>-3.8</c:v>
                </c:pt>
                <c:pt idx="779">
                  <c:v>-5.6</c:v>
                </c:pt>
                <c:pt idx="780">
                  <c:v>-7.5</c:v>
                </c:pt>
                <c:pt idx="781">
                  <c:v>-10.6</c:v>
                </c:pt>
                <c:pt idx="782">
                  <c:v>-13.4</c:v>
                </c:pt>
                <c:pt idx="783">
                  <c:v>-11</c:v>
                </c:pt>
                <c:pt idx="784">
                  <c:v>-5.3</c:v>
                </c:pt>
                <c:pt idx="785">
                  <c:v>-5.7</c:v>
                </c:pt>
                <c:pt idx="786">
                  <c:v>-6.4</c:v>
                </c:pt>
                <c:pt idx="787">
                  <c:v>-7.1</c:v>
                </c:pt>
                <c:pt idx="788">
                  <c:v>-1.3</c:v>
                </c:pt>
                <c:pt idx="789">
                  <c:v>-3.8</c:v>
                </c:pt>
                <c:pt idx="790">
                  <c:v>-3.6</c:v>
                </c:pt>
                <c:pt idx="791">
                  <c:v>-3.4</c:v>
                </c:pt>
                <c:pt idx="792">
                  <c:v>-3.9</c:v>
                </c:pt>
                <c:pt idx="793">
                  <c:v>-4.6</c:v>
                </c:pt>
                <c:pt idx="794">
                  <c:v>-6</c:v>
                </c:pt>
                <c:pt idx="795">
                  <c:v>-7.2</c:v>
                </c:pt>
                <c:pt idx="796">
                  <c:v>-5.6</c:v>
                </c:pt>
                <c:pt idx="797">
                  <c:v>-6.5</c:v>
                </c:pt>
                <c:pt idx="798">
                  <c:v>-10.3</c:v>
                </c:pt>
                <c:pt idx="799">
                  <c:v>-8.8</c:v>
                </c:pt>
                <c:pt idx="800">
                  <c:v>-4.6</c:v>
                </c:pt>
                <c:pt idx="801">
                  <c:v>-4.1</c:v>
                </c:pt>
                <c:pt idx="802">
                  <c:v>1.8</c:v>
                </c:pt>
                <c:pt idx="803">
                  <c:v>2.1</c:v>
                </c:pt>
                <c:pt idx="804">
                  <c:v>-1.8</c:v>
                </c:pt>
                <c:pt idx="805">
                  <c:v>-3.4</c:v>
                </c:pt>
                <c:pt idx="806">
                  <c:v>-0.4</c:v>
                </c:pt>
                <c:pt idx="807">
                  <c:v>1.7</c:v>
                </c:pt>
                <c:pt idx="808">
                  <c:v>2.8</c:v>
                </c:pt>
                <c:pt idx="809">
                  <c:v>0.8</c:v>
                </c:pt>
                <c:pt idx="810">
                  <c:v>-0.4</c:v>
                </c:pt>
                <c:pt idx="811">
                  <c:v>3.9</c:v>
                </c:pt>
                <c:pt idx="812">
                  <c:v>2.6</c:v>
                </c:pt>
                <c:pt idx="813">
                  <c:v>2.6</c:v>
                </c:pt>
                <c:pt idx="814">
                  <c:v>1</c:v>
                </c:pt>
                <c:pt idx="815">
                  <c:v>-1.3</c:v>
                </c:pt>
                <c:pt idx="816">
                  <c:v>-1.7</c:v>
                </c:pt>
                <c:pt idx="817">
                  <c:v>-2.1</c:v>
                </c:pt>
                <c:pt idx="818">
                  <c:v>-2.6</c:v>
                </c:pt>
                <c:pt idx="819">
                  <c:v>-0.8</c:v>
                </c:pt>
                <c:pt idx="820">
                  <c:v>-1</c:v>
                </c:pt>
                <c:pt idx="821">
                  <c:v>-1.6</c:v>
                </c:pt>
                <c:pt idx="822">
                  <c:v>-1.9</c:v>
                </c:pt>
                <c:pt idx="823">
                  <c:v>-1.1</c:v>
                </c:pt>
                <c:pt idx="824">
                  <c:v>1</c:v>
                </c:pt>
                <c:pt idx="825">
                  <c:v>1.2</c:v>
                </c:pt>
                <c:pt idx="826">
                  <c:v>1.6</c:v>
                </c:pt>
                <c:pt idx="827">
                  <c:v>3.2</c:v>
                </c:pt>
                <c:pt idx="828">
                  <c:v>3.7</c:v>
                </c:pt>
                <c:pt idx="829">
                  <c:v>4.5</c:v>
                </c:pt>
                <c:pt idx="830">
                  <c:v>6.2</c:v>
                </c:pt>
                <c:pt idx="831">
                  <c:v>6.4</c:v>
                </c:pt>
                <c:pt idx="832">
                  <c:v>3</c:v>
                </c:pt>
                <c:pt idx="833">
                  <c:v>2.1</c:v>
                </c:pt>
                <c:pt idx="834">
                  <c:v>3.2</c:v>
                </c:pt>
                <c:pt idx="835">
                  <c:v>4.6</c:v>
                </c:pt>
                <c:pt idx="836">
                  <c:v>5.4</c:v>
                </c:pt>
                <c:pt idx="837">
                  <c:v>4.8</c:v>
                </c:pt>
                <c:pt idx="838">
                  <c:v>5.5</c:v>
                </c:pt>
                <c:pt idx="839">
                  <c:v>6.1</c:v>
                </c:pt>
                <c:pt idx="840">
                  <c:v>6.6</c:v>
                </c:pt>
                <c:pt idx="841">
                  <c:v>7</c:v>
                </c:pt>
                <c:pt idx="842">
                  <c:v>7.4</c:v>
                </c:pt>
                <c:pt idx="843">
                  <c:v>10.3</c:v>
                </c:pt>
                <c:pt idx="844">
                  <c:v>11.1</c:v>
                </c:pt>
                <c:pt idx="845">
                  <c:v>10.8</c:v>
                </c:pt>
                <c:pt idx="846">
                  <c:v>6.7</c:v>
                </c:pt>
                <c:pt idx="847">
                  <c:v>5.2</c:v>
                </c:pt>
                <c:pt idx="848">
                  <c:v>4.6</c:v>
                </c:pt>
                <c:pt idx="849">
                  <c:v>6.1</c:v>
                </c:pt>
                <c:pt idx="850">
                  <c:v>5.6</c:v>
                </c:pt>
                <c:pt idx="851">
                  <c:v>8.5</c:v>
                </c:pt>
                <c:pt idx="852">
                  <c:v>5.8</c:v>
                </c:pt>
                <c:pt idx="853">
                  <c:v>3.6</c:v>
                </c:pt>
                <c:pt idx="854">
                  <c:v>2.5</c:v>
                </c:pt>
                <c:pt idx="855">
                  <c:v>3</c:v>
                </c:pt>
                <c:pt idx="856">
                  <c:v>4.6</c:v>
                </c:pt>
                <c:pt idx="857">
                  <c:v>6.5</c:v>
                </c:pt>
                <c:pt idx="858">
                  <c:v>8.8</c:v>
                </c:pt>
                <c:pt idx="859">
                  <c:v>10.3</c:v>
                </c:pt>
                <c:pt idx="860">
                  <c:v>10.8</c:v>
                </c:pt>
                <c:pt idx="861">
                  <c:v>12.3</c:v>
                </c:pt>
                <c:pt idx="862">
                  <c:v>13.2</c:v>
                </c:pt>
                <c:pt idx="863">
                  <c:v>13.5</c:v>
                </c:pt>
                <c:pt idx="864">
                  <c:v>15.5</c:v>
                </c:pt>
                <c:pt idx="865">
                  <c:v>15.7</c:v>
                </c:pt>
                <c:pt idx="866">
                  <c:v>15.8</c:v>
                </c:pt>
                <c:pt idx="867">
                  <c:v>11.2</c:v>
                </c:pt>
                <c:pt idx="868">
                  <c:v>10.4</c:v>
                </c:pt>
                <c:pt idx="869">
                  <c:v>12.4</c:v>
                </c:pt>
                <c:pt idx="870">
                  <c:v>15</c:v>
                </c:pt>
                <c:pt idx="871">
                  <c:v>14.4</c:v>
                </c:pt>
                <c:pt idx="872">
                  <c:v>16</c:v>
                </c:pt>
                <c:pt idx="873">
                  <c:v>17.6</c:v>
                </c:pt>
                <c:pt idx="874">
                  <c:v>16.9</c:v>
                </c:pt>
                <c:pt idx="875">
                  <c:v>13.2</c:v>
                </c:pt>
                <c:pt idx="876">
                  <c:v>10.6</c:v>
                </c:pt>
                <c:pt idx="877">
                  <c:v>12.3</c:v>
                </c:pt>
                <c:pt idx="878">
                  <c:v>12.6</c:v>
                </c:pt>
                <c:pt idx="879">
                  <c:v>11.6</c:v>
                </c:pt>
                <c:pt idx="880">
                  <c:v>12.2</c:v>
                </c:pt>
                <c:pt idx="881">
                  <c:v>11.4</c:v>
                </c:pt>
                <c:pt idx="882">
                  <c:v>8.4</c:v>
                </c:pt>
                <c:pt idx="883">
                  <c:v>8.8</c:v>
                </c:pt>
                <c:pt idx="884">
                  <c:v>9.9</c:v>
                </c:pt>
                <c:pt idx="885">
                  <c:v>11.7</c:v>
                </c:pt>
                <c:pt idx="886">
                  <c:v>12.9</c:v>
                </c:pt>
                <c:pt idx="887">
                  <c:v>12.5</c:v>
                </c:pt>
                <c:pt idx="888">
                  <c:v>12.8</c:v>
                </c:pt>
                <c:pt idx="889">
                  <c:v>11.7</c:v>
                </c:pt>
                <c:pt idx="890">
                  <c:v>10.9</c:v>
                </c:pt>
                <c:pt idx="891">
                  <c:v>13.5</c:v>
                </c:pt>
                <c:pt idx="892">
                  <c:v>15.9</c:v>
                </c:pt>
                <c:pt idx="893">
                  <c:v>17.6</c:v>
                </c:pt>
                <c:pt idx="894">
                  <c:v>17.7</c:v>
                </c:pt>
                <c:pt idx="895">
                  <c:v>18.9</c:v>
                </c:pt>
                <c:pt idx="896">
                  <c:v>18.7</c:v>
                </c:pt>
                <c:pt idx="897">
                  <c:v>18.3</c:v>
                </c:pt>
                <c:pt idx="898">
                  <c:v>16.4</c:v>
                </c:pt>
                <c:pt idx="899">
                  <c:v>16.9</c:v>
                </c:pt>
                <c:pt idx="900">
                  <c:v>17.8</c:v>
                </c:pt>
                <c:pt idx="901">
                  <c:v>18.8</c:v>
                </c:pt>
                <c:pt idx="902">
                  <c:v>20.2</c:v>
                </c:pt>
                <c:pt idx="903">
                  <c:v>18.6</c:v>
                </c:pt>
                <c:pt idx="904">
                  <c:v>18.3</c:v>
                </c:pt>
                <c:pt idx="905">
                  <c:v>17.5</c:v>
                </c:pt>
                <c:pt idx="906">
                  <c:v>18.5</c:v>
                </c:pt>
                <c:pt idx="907">
                  <c:v>19.2</c:v>
                </c:pt>
                <c:pt idx="908">
                  <c:v>19.3</c:v>
                </c:pt>
                <c:pt idx="909">
                  <c:v>19.6</c:v>
                </c:pt>
                <c:pt idx="910">
                  <c:v>18.9</c:v>
                </c:pt>
                <c:pt idx="911">
                  <c:v>17.9</c:v>
                </c:pt>
                <c:pt idx="912">
                  <c:v>17</c:v>
                </c:pt>
                <c:pt idx="913">
                  <c:v>16.3</c:v>
                </c:pt>
                <c:pt idx="914">
                  <c:v>16.7</c:v>
                </c:pt>
                <c:pt idx="915">
                  <c:v>16.7</c:v>
                </c:pt>
                <c:pt idx="916">
                  <c:v>18.2</c:v>
                </c:pt>
                <c:pt idx="917">
                  <c:v>17.1</c:v>
                </c:pt>
                <c:pt idx="918">
                  <c:v>15.9</c:v>
                </c:pt>
                <c:pt idx="919">
                  <c:v>14.5</c:v>
                </c:pt>
                <c:pt idx="920">
                  <c:v>13.6</c:v>
                </c:pt>
                <c:pt idx="921">
                  <c:v>14.9</c:v>
                </c:pt>
                <c:pt idx="922">
                  <c:v>16.8</c:v>
                </c:pt>
                <c:pt idx="923">
                  <c:v>17.7</c:v>
                </c:pt>
                <c:pt idx="924">
                  <c:v>18.1</c:v>
                </c:pt>
                <c:pt idx="925">
                  <c:v>18.6</c:v>
                </c:pt>
                <c:pt idx="926">
                  <c:v>20.6</c:v>
                </c:pt>
                <c:pt idx="927">
                  <c:v>20.3</c:v>
                </c:pt>
                <c:pt idx="928">
                  <c:v>18.1</c:v>
                </c:pt>
                <c:pt idx="929">
                  <c:v>17.4</c:v>
                </c:pt>
                <c:pt idx="930">
                  <c:v>17</c:v>
                </c:pt>
                <c:pt idx="931">
                  <c:v>16.5</c:v>
                </c:pt>
                <c:pt idx="932">
                  <c:v>16.5</c:v>
                </c:pt>
                <c:pt idx="933">
                  <c:v>15.9</c:v>
                </c:pt>
                <c:pt idx="934">
                  <c:v>15.8</c:v>
                </c:pt>
                <c:pt idx="935">
                  <c:v>17</c:v>
                </c:pt>
                <c:pt idx="936">
                  <c:v>16.9</c:v>
                </c:pt>
                <c:pt idx="937">
                  <c:v>17.5</c:v>
                </c:pt>
                <c:pt idx="938">
                  <c:v>16.3</c:v>
                </c:pt>
                <c:pt idx="939">
                  <c:v>17.3</c:v>
                </c:pt>
                <c:pt idx="940">
                  <c:v>18.8</c:v>
                </c:pt>
                <c:pt idx="941">
                  <c:v>18.7</c:v>
                </c:pt>
                <c:pt idx="942">
                  <c:v>19.5</c:v>
                </c:pt>
                <c:pt idx="943">
                  <c:v>20.7</c:v>
                </c:pt>
                <c:pt idx="944">
                  <c:v>20.3</c:v>
                </c:pt>
                <c:pt idx="945">
                  <c:v>20.3</c:v>
                </c:pt>
                <c:pt idx="946">
                  <c:v>19.5</c:v>
                </c:pt>
                <c:pt idx="947">
                  <c:v>21.1</c:v>
                </c:pt>
                <c:pt idx="948">
                  <c:v>24</c:v>
                </c:pt>
                <c:pt idx="949">
                  <c:v>20.8</c:v>
                </c:pt>
                <c:pt idx="950">
                  <c:v>18.7</c:v>
                </c:pt>
                <c:pt idx="951">
                  <c:v>19.2</c:v>
                </c:pt>
                <c:pt idx="952">
                  <c:v>19.4</c:v>
                </c:pt>
                <c:pt idx="953">
                  <c:v>19.2</c:v>
                </c:pt>
                <c:pt idx="954">
                  <c:v>20</c:v>
                </c:pt>
                <c:pt idx="955">
                  <c:v>19.8</c:v>
                </c:pt>
                <c:pt idx="956">
                  <c:v>20.1</c:v>
                </c:pt>
                <c:pt idx="957">
                  <c:v>21.3</c:v>
                </c:pt>
                <c:pt idx="958">
                  <c:v>20.5</c:v>
                </c:pt>
                <c:pt idx="959">
                  <c:v>17.7</c:v>
                </c:pt>
                <c:pt idx="960">
                  <c:v>16.4</c:v>
                </c:pt>
                <c:pt idx="961">
                  <c:v>16</c:v>
                </c:pt>
                <c:pt idx="962">
                  <c:v>15.5</c:v>
                </c:pt>
                <c:pt idx="963">
                  <c:v>15.2</c:v>
                </c:pt>
                <c:pt idx="964">
                  <c:v>14.7</c:v>
                </c:pt>
                <c:pt idx="965">
                  <c:v>14.2</c:v>
                </c:pt>
                <c:pt idx="966">
                  <c:v>15.3</c:v>
                </c:pt>
                <c:pt idx="967">
                  <c:v>15.4</c:v>
                </c:pt>
                <c:pt idx="968">
                  <c:v>15</c:v>
                </c:pt>
                <c:pt idx="969">
                  <c:v>15.4</c:v>
                </c:pt>
                <c:pt idx="970">
                  <c:v>15.5</c:v>
                </c:pt>
                <c:pt idx="971">
                  <c:v>16.7</c:v>
                </c:pt>
                <c:pt idx="972">
                  <c:v>19.2</c:v>
                </c:pt>
                <c:pt idx="973">
                  <c:v>18.2</c:v>
                </c:pt>
                <c:pt idx="974">
                  <c:v>17.1</c:v>
                </c:pt>
                <c:pt idx="975">
                  <c:v>15.4</c:v>
                </c:pt>
                <c:pt idx="976">
                  <c:v>15.2</c:v>
                </c:pt>
                <c:pt idx="977">
                  <c:v>16.1</c:v>
                </c:pt>
                <c:pt idx="978">
                  <c:v>14</c:v>
                </c:pt>
                <c:pt idx="979">
                  <c:v>12.5</c:v>
                </c:pt>
                <c:pt idx="980">
                  <c:v>14.5</c:v>
                </c:pt>
                <c:pt idx="981">
                  <c:v>14.1</c:v>
                </c:pt>
                <c:pt idx="982">
                  <c:v>15.7</c:v>
                </c:pt>
                <c:pt idx="983">
                  <c:v>16.7</c:v>
                </c:pt>
                <c:pt idx="984">
                  <c:v>17.3</c:v>
                </c:pt>
                <c:pt idx="985">
                  <c:v>17.6</c:v>
                </c:pt>
                <c:pt idx="986">
                  <c:v>14.8</c:v>
                </c:pt>
                <c:pt idx="987">
                  <c:v>11.8</c:v>
                </c:pt>
                <c:pt idx="988">
                  <c:v>11.8</c:v>
                </c:pt>
                <c:pt idx="989">
                  <c:v>12.8</c:v>
                </c:pt>
                <c:pt idx="990">
                  <c:v>11.1</c:v>
                </c:pt>
                <c:pt idx="991">
                  <c:v>13.2</c:v>
                </c:pt>
                <c:pt idx="992">
                  <c:v>14.7</c:v>
                </c:pt>
                <c:pt idx="993">
                  <c:v>15.5</c:v>
                </c:pt>
                <c:pt idx="994">
                  <c:v>16.1</c:v>
                </c:pt>
                <c:pt idx="995">
                  <c:v>17.9</c:v>
                </c:pt>
                <c:pt idx="996">
                  <c:v>15.2</c:v>
                </c:pt>
                <c:pt idx="997">
                  <c:v>12.7</c:v>
                </c:pt>
                <c:pt idx="998">
                  <c:v>12.8</c:v>
                </c:pt>
                <c:pt idx="999">
                  <c:v>13.8</c:v>
                </c:pt>
                <c:pt idx="1000">
                  <c:v>14.8</c:v>
                </c:pt>
                <c:pt idx="1001">
                  <c:v>15.2</c:v>
                </c:pt>
                <c:pt idx="1002">
                  <c:v>15</c:v>
                </c:pt>
                <c:pt idx="1003">
                  <c:v>12.3</c:v>
                </c:pt>
                <c:pt idx="1004">
                  <c:v>10.6</c:v>
                </c:pt>
                <c:pt idx="1005">
                  <c:v>11.2</c:v>
                </c:pt>
                <c:pt idx="1006">
                  <c:v>10.9</c:v>
                </c:pt>
                <c:pt idx="1007">
                  <c:v>9.3</c:v>
                </c:pt>
                <c:pt idx="1008">
                  <c:v>6.6</c:v>
                </c:pt>
                <c:pt idx="1009">
                  <c:v>6.1</c:v>
                </c:pt>
                <c:pt idx="1010">
                  <c:v>3.6</c:v>
                </c:pt>
                <c:pt idx="1011">
                  <c:v>3.7</c:v>
                </c:pt>
                <c:pt idx="1012">
                  <c:v>2.6</c:v>
                </c:pt>
                <c:pt idx="1013">
                  <c:v>6</c:v>
                </c:pt>
                <c:pt idx="1014">
                  <c:v>8.3</c:v>
                </c:pt>
                <c:pt idx="1015">
                  <c:v>7.7</c:v>
                </c:pt>
                <c:pt idx="1016">
                  <c:v>9.3</c:v>
                </c:pt>
                <c:pt idx="1017">
                  <c:v>7.8</c:v>
                </c:pt>
                <c:pt idx="1018">
                  <c:v>5.1</c:v>
                </c:pt>
                <c:pt idx="1019">
                  <c:v>4.3</c:v>
                </c:pt>
                <c:pt idx="1020">
                  <c:v>2.2</c:v>
                </c:pt>
                <c:pt idx="1021">
                  <c:v>1.8</c:v>
                </c:pt>
                <c:pt idx="1022">
                  <c:v>1.2</c:v>
                </c:pt>
                <c:pt idx="1023">
                  <c:v>-0.1</c:v>
                </c:pt>
                <c:pt idx="1024">
                  <c:v>0.9</c:v>
                </c:pt>
                <c:pt idx="1025">
                  <c:v>2.1</c:v>
                </c:pt>
                <c:pt idx="1026">
                  <c:v>1.3</c:v>
                </c:pt>
                <c:pt idx="1027">
                  <c:v>0.2</c:v>
                </c:pt>
                <c:pt idx="1028">
                  <c:v>-1.1</c:v>
                </c:pt>
                <c:pt idx="1029">
                  <c:v>-1.3</c:v>
                </c:pt>
                <c:pt idx="1030">
                  <c:v>-0.9</c:v>
                </c:pt>
                <c:pt idx="1031">
                  <c:v>-1.1</c:v>
                </c:pt>
                <c:pt idx="1032">
                  <c:v>-0.5</c:v>
                </c:pt>
                <c:pt idx="1033">
                  <c:v>-0.2</c:v>
                </c:pt>
                <c:pt idx="1034">
                  <c:v>4.4</c:v>
                </c:pt>
                <c:pt idx="1035">
                  <c:v>2.2</c:v>
                </c:pt>
                <c:pt idx="1036">
                  <c:v>1.1</c:v>
                </c:pt>
                <c:pt idx="1037">
                  <c:v>2.8</c:v>
                </c:pt>
                <c:pt idx="1038">
                  <c:v>4.3</c:v>
                </c:pt>
                <c:pt idx="1039">
                  <c:v>4.4</c:v>
                </c:pt>
                <c:pt idx="1040">
                  <c:v>4.7</c:v>
                </c:pt>
                <c:pt idx="1041">
                  <c:v>4.6</c:v>
                </c:pt>
                <c:pt idx="1042">
                  <c:v>3.6</c:v>
                </c:pt>
                <c:pt idx="1043">
                  <c:v>3.9</c:v>
                </c:pt>
                <c:pt idx="1044">
                  <c:v>3.8</c:v>
                </c:pt>
                <c:pt idx="1045">
                  <c:v>2.6</c:v>
                </c:pt>
                <c:pt idx="1046">
                  <c:v>0.8</c:v>
                </c:pt>
                <c:pt idx="1047">
                  <c:v>-0.4</c:v>
                </c:pt>
                <c:pt idx="1048">
                  <c:v>-0.1</c:v>
                </c:pt>
                <c:pt idx="1049">
                  <c:v>-3.1</c:v>
                </c:pt>
                <c:pt idx="1050">
                  <c:v>-4.2</c:v>
                </c:pt>
                <c:pt idx="1051">
                  <c:v>-4.8</c:v>
                </c:pt>
                <c:pt idx="1052">
                  <c:v>-5.4</c:v>
                </c:pt>
                <c:pt idx="1053">
                  <c:v>-5.4</c:v>
                </c:pt>
                <c:pt idx="1054">
                  <c:v>-5.9</c:v>
                </c:pt>
                <c:pt idx="1055">
                  <c:v>-6.7</c:v>
                </c:pt>
                <c:pt idx="1056">
                  <c:v>-4.3</c:v>
                </c:pt>
                <c:pt idx="1057">
                  <c:v>-5.6</c:v>
                </c:pt>
                <c:pt idx="1058">
                  <c:v>-9.2</c:v>
                </c:pt>
                <c:pt idx="1059">
                  <c:v>-9.9</c:v>
                </c:pt>
                <c:pt idx="1060">
                  <c:v>-7.1</c:v>
                </c:pt>
                <c:pt idx="1061">
                  <c:v>-3.2</c:v>
                </c:pt>
                <c:pt idx="1062">
                  <c:v>-6</c:v>
                </c:pt>
                <c:pt idx="1063">
                  <c:v>-5.6</c:v>
                </c:pt>
                <c:pt idx="1064">
                  <c:v>-6.5</c:v>
                </c:pt>
                <c:pt idx="1065">
                  <c:v>-8.1</c:v>
                </c:pt>
                <c:pt idx="1066">
                  <c:v>-8.5</c:v>
                </c:pt>
                <c:pt idx="1067">
                  <c:v>-8.1</c:v>
                </c:pt>
                <c:pt idx="1068">
                  <c:v>-11.2</c:v>
                </c:pt>
                <c:pt idx="1069">
                  <c:v>-14.7</c:v>
                </c:pt>
                <c:pt idx="1070">
                  <c:v>-14.2</c:v>
                </c:pt>
                <c:pt idx="1071">
                  <c:v>-14.6</c:v>
                </c:pt>
                <c:pt idx="1072">
                  <c:v>-12.9</c:v>
                </c:pt>
                <c:pt idx="1073">
                  <c:v>-12.1</c:v>
                </c:pt>
                <c:pt idx="1074">
                  <c:v>-9.4</c:v>
                </c:pt>
                <c:pt idx="1075">
                  <c:v>-5.9</c:v>
                </c:pt>
                <c:pt idx="1076">
                  <c:v>-3.9</c:v>
                </c:pt>
                <c:pt idx="1077">
                  <c:v>-5.7</c:v>
                </c:pt>
                <c:pt idx="1078">
                  <c:v>-6.7</c:v>
                </c:pt>
                <c:pt idx="1079">
                  <c:v>-4.9</c:v>
                </c:pt>
                <c:pt idx="1080">
                  <c:v>-0.4</c:v>
                </c:pt>
                <c:pt idx="1081">
                  <c:v>0</c:v>
                </c:pt>
                <c:pt idx="1082">
                  <c:v>1.1</c:v>
                </c:pt>
                <c:pt idx="1083">
                  <c:v>-0.5</c:v>
                </c:pt>
                <c:pt idx="1084">
                  <c:v>-1.4</c:v>
                </c:pt>
                <c:pt idx="1085">
                  <c:v>-1</c:v>
                </c:pt>
                <c:pt idx="1086">
                  <c:v>-0.8</c:v>
                </c:pt>
                <c:pt idx="1087">
                  <c:v>-2.4</c:v>
                </c:pt>
                <c:pt idx="1088">
                  <c:v>-2.1</c:v>
                </c:pt>
                <c:pt idx="1089">
                  <c:v>-3.8</c:v>
                </c:pt>
                <c:pt idx="1090">
                  <c:v>-5.5</c:v>
                </c:pt>
                <c:pt idx="1091">
                  <c:v>-4.5</c:v>
                </c:pt>
                <c:pt idx="1092">
                  <c:v>-4.5</c:v>
                </c:pt>
                <c:pt idx="1093">
                  <c:v>-5.5</c:v>
                </c:pt>
                <c:pt idx="1094">
                  <c:v>-9.8</c:v>
                </c:pt>
                <c:pt idx="1095">
                  <c:v>-16.6</c:v>
                </c:pt>
                <c:pt idx="1096">
                  <c:v>-22.9</c:v>
                </c:pt>
                <c:pt idx="1097">
                  <c:v>-26.3</c:v>
                </c:pt>
                <c:pt idx="1098">
                  <c:v>-25.8</c:v>
                </c:pt>
                <c:pt idx="1099">
                  <c:v>-21.8</c:v>
                </c:pt>
                <c:pt idx="1100">
                  <c:v>-19</c:v>
                </c:pt>
                <c:pt idx="1101">
                  <c:v>-17.6</c:v>
                </c:pt>
                <c:pt idx="1102">
                  <c:v>-8.7</c:v>
                </c:pt>
                <c:pt idx="1103">
                  <c:v>-4.2</c:v>
                </c:pt>
                <c:pt idx="1104">
                  <c:v>-4.1</c:v>
                </c:pt>
                <c:pt idx="1105">
                  <c:v>-7</c:v>
                </c:pt>
                <c:pt idx="1106">
                  <c:v>-14.3</c:v>
                </c:pt>
                <c:pt idx="1107">
                  <c:v>-14</c:v>
                </c:pt>
                <c:pt idx="1108">
                  <c:v>-12.1</c:v>
                </c:pt>
                <c:pt idx="1109">
                  <c:v>-10.3</c:v>
                </c:pt>
                <c:pt idx="1110">
                  <c:v>-10.1</c:v>
                </c:pt>
                <c:pt idx="1111">
                  <c:v>-12.5</c:v>
                </c:pt>
                <c:pt idx="1112">
                  <c:v>-10.3</c:v>
                </c:pt>
                <c:pt idx="1113">
                  <c:v>-6.6</c:v>
                </c:pt>
                <c:pt idx="1114">
                  <c:v>-12.7</c:v>
                </c:pt>
                <c:pt idx="1115">
                  <c:v>-11</c:v>
                </c:pt>
                <c:pt idx="1116">
                  <c:v>-4.7</c:v>
                </c:pt>
                <c:pt idx="1117">
                  <c:v>0.7</c:v>
                </c:pt>
                <c:pt idx="1118">
                  <c:v>0.7</c:v>
                </c:pt>
                <c:pt idx="1119">
                  <c:v>-0.5</c:v>
                </c:pt>
                <c:pt idx="1120">
                  <c:v>-3.4</c:v>
                </c:pt>
                <c:pt idx="1121">
                  <c:v>-3.2</c:v>
                </c:pt>
                <c:pt idx="1122">
                  <c:v>-1.6</c:v>
                </c:pt>
                <c:pt idx="1123">
                  <c:v>1.2</c:v>
                </c:pt>
                <c:pt idx="1124">
                  <c:v>-0.8</c:v>
                </c:pt>
                <c:pt idx="1125">
                  <c:v>-0.6</c:v>
                </c:pt>
                <c:pt idx="1126">
                  <c:v>0.4</c:v>
                </c:pt>
                <c:pt idx="1127">
                  <c:v>-3.6</c:v>
                </c:pt>
                <c:pt idx="1128">
                  <c:v>-3.2</c:v>
                </c:pt>
                <c:pt idx="1129">
                  <c:v>-3</c:v>
                </c:pt>
                <c:pt idx="1130">
                  <c:v>-5.9</c:v>
                </c:pt>
                <c:pt idx="1131">
                  <c:v>-9.9</c:v>
                </c:pt>
                <c:pt idx="1132">
                  <c:v>-12.9</c:v>
                </c:pt>
                <c:pt idx="1133">
                  <c:v>-16.7</c:v>
                </c:pt>
                <c:pt idx="1134">
                  <c:v>-16.4</c:v>
                </c:pt>
                <c:pt idx="1135">
                  <c:v>-12.5</c:v>
                </c:pt>
                <c:pt idx="1136">
                  <c:v>-12.7</c:v>
                </c:pt>
                <c:pt idx="1137">
                  <c:v>-10.3</c:v>
                </c:pt>
                <c:pt idx="1138">
                  <c:v>-13.7</c:v>
                </c:pt>
                <c:pt idx="1139">
                  <c:v>-12.3</c:v>
                </c:pt>
                <c:pt idx="1140">
                  <c:v>-8.5</c:v>
                </c:pt>
                <c:pt idx="1141">
                  <c:v>-5.4</c:v>
                </c:pt>
                <c:pt idx="1142">
                  <c:v>-0.5</c:v>
                </c:pt>
                <c:pt idx="1143">
                  <c:v>-5.1</c:v>
                </c:pt>
                <c:pt idx="1144">
                  <c:v>-8</c:v>
                </c:pt>
                <c:pt idx="1145">
                  <c:v>-5.7</c:v>
                </c:pt>
                <c:pt idx="1146">
                  <c:v>-4.8</c:v>
                </c:pt>
                <c:pt idx="1147">
                  <c:v>-0.9</c:v>
                </c:pt>
                <c:pt idx="1148">
                  <c:v>1.5</c:v>
                </c:pt>
                <c:pt idx="1149">
                  <c:v>2.2</c:v>
                </c:pt>
                <c:pt idx="1150">
                  <c:v>2.2</c:v>
                </c:pt>
                <c:pt idx="1151">
                  <c:v>1.5</c:v>
                </c:pt>
                <c:pt idx="1152">
                  <c:v>1.3</c:v>
                </c:pt>
                <c:pt idx="1153">
                  <c:v>0.6</c:v>
                </c:pt>
                <c:pt idx="1154">
                  <c:v>0.4</c:v>
                </c:pt>
                <c:pt idx="1155">
                  <c:v>0.3</c:v>
                </c:pt>
                <c:pt idx="1156">
                  <c:v>1.2</c:v>
                </c:pt>
                <c:pt idx="1157">
                  <c:v>1.1</c:v>
                </c:pt>
                <c:pt idx="1158">
                  <c:v>-0.7</c:v>
                </c:pt>
                <c:pt idx="1159">
                  <c:v>-3.1</c:v>
                </c:pt>
                <c:pt idx="1160">
                  <c:v>-3</c:v>
                </c:pt>
                <c:pt idx="1161">
                  <c:v>-1.9</c:v>
                </c:pt>
                <c:pt idx="1162">
                  <c:v>-1.6</c:v>
                </c:pt>
                <c:pt idx="1163">
                  <c:v>-4.4</c:v>
                </c:pt>
                <c:pt idx="1164">
                  <c:v>-3.6</c:v>
                </c:pt>
                <c:pt idx="1165">
                  <c:v>-1.8</c:v>
                </c:pt>
                <c:pt idx="1166">
                  <c:v>-1.9</c:v>
                </c:pt>
                <c:pt idx="1167">
                  <c:v>-0.4</c:v>
                </c:pt>
                <c:pt idx="1168">
                  <c:v>2.4</c:v>
                </c:pt>
                <c:pt idx="1169">
                  <c:v>5.1</c:v>
                </c:pt>
                <c:pt idx="1170">
                  <c:v>4.9</c:v>
                </c:pt>
                <c:pt idx="1171">
                  <c:v>1</c:v>
                </c:pt>
                <c:pt idx="1172">
                  <c:v>-2.6</c:v>
                </c:pt>
                <c:pt idx="1173">
                  <c:v>-0.1</c:v>
                </c:pt>
                <c:pt idx="1174">
                  <c:v>0.6</c:v>
                </c:pt>
                <c:pt idx="1175">
                  <c:v>2.3</c:v>
                </c:pt>
                <c:pt idx="1176">
                  <c:v>2.4</c:v>
                </c:pt>
                <c:pt idx="1177">
                  <c:v>1.6</c:v>
                </c:pt>
                <c:pt idx="1178">
                  <c:v>0.2</c:v>
                </c:pt>
                <c:pt idx="1179">
                  <c:v>-0.7</c:v>
                </c:pt>
                <c:pt idx="1180">
                  <c:v>0.6</c:v>
                </c:pt>
                <c:pt idx="1181">
                  <c:v>1.6</c:v>
                </c:pt>
                <c:pt idx="1182">
                  <c:v>4.2</c:v>
                </c:pt>
                <c:pt idx="1183">
                  <c:v>6.4</c:v>
                </c:pt>
                <c:pt idx="1184">
                  <c:v>4.5</c:v>
                </c:pt>
                <c:pt idx="1185">
                  <c:v>5.9</c:v>
                </c:pt>
                <c:pt idx="1186">
                  <c:v>9</c:v>
                </c:pt>
                <c:pt idx="1187">
                  <c:v>4.1</c:v>
                </c:pt>
                <c:pt idx="1188">
                  <c:v>-0.9</c:v>
                </c:pt>
                <c:pt idx="1189">
                  <c:v>-2.5</c:v>
                </c:pt>
                <c:pt idx="1190">
                  <c:v>-2.3</c:v>
                </c:pt>
                <c:pt idx="1191">
                  <c:v>1.1</c:v>
                </c:pt>
                <c:pt idx="1192">
                  <c:v>3.2</c:v>
                </c:pt>
                <c:pt idx="1193">
                  <c:v>7.6</c:v>
                </c:pt>
                <c:pt idx="1194">
                  <c:v>8.3</c:v>
                </c:pt>
                <c:pt idx="1195">
                  <c:v>9.8</c:v>
                </c:pt>
                <c:pt idx="1196">
                  <c:v>7.8</c:v>
                </c:pt>
                <c:pt idx="1197">
                  <c:v>6.2</c:v>
                </c:pt>
                <c:pt idx="1198">
                  <c:v>5.6</c:v>
                </c:pt>
                <c:pt idx="1199">
                  <c:v>7.3</c:v>
                </c:pt>
                <c:pt idx="1200">
                  <c:v>4.7</c:v>
                </c:pt>
                <c:pt idx="1201">
                  <c:v>3.8</c:v>
                </c:pt>
                <c:pt idx="1202">
                  <c:v>0.9</c:v>
                </c:pt>
                <c:pt idx="1203">
                  <c:v>-1.3</c:v>
                </c:pt>
                <c:pt idx="1204">
                  <c:v>-2</c:v>
                </c:pt>
                <c:pt idx="1205">
                  <c:v>-0.7</c:v>
                </c:pt>
                <c:pt idx="1206">
                  <c:v>0.9</c:v>
                </c:pt>
                <c:pt idx="1207">
                  <c:v>3.9</c:v>
                </c:pt>
                <c:pt idx="1208">
                  <c:v>3.6</c:v>
                </c:pt>
                <c:pt idx="1209">
                  <c:v>3.3</c:v>
                </c:pt>
                <c:pt idx="1210">
                  <c:v>4.5</c:v>
                </c:pt>
                <c:pt idx="1211">
                  <c:v>6.6</c:v>
                </c:pt>
                <c:pt idx="1212">
                  <c:v>6.7</c:v>
                </c:pt>
                <c:pt idx="1213">
                  <c:v>8.2</c:v>
                </c:pt>
                <c:pt idx="1214">
                  <c:v>10.9</c:v>
                </c:pt>
                <c:pt idx="1215">
                  <c:v>10.4</c:v>
                </c:pt>
                <c:pt idx="1216">
                  <c:v>7.5</c:v>
                </c:pt>
                <c:pt idx="1217">
                  <c:v>7</c:v>
                </c:pt>
                <c:pt idx="1218">
                  <c:v>5.1</c:v>
                </c:pt>
                <c:pt idx="1219">
                  <c:v>7</c:v>
                </c:pt>
                <c:pt idx="1220">
                  <c:v>5.3</c:v>
                </c:pt>
                <c:pt idx="1221">
                  <c:v>3.4</c:v>
                </c:pt>
                <c:pt idx="1222">
                  <c:v>2.4</c:v>
                </c:pt>
                <c:pt idx="1223">
                  <c:v>1.1</c:v>
                </c:pt>
                <c:pt idx="1224">
                  <c:v>3.1</c:v>
                </c:pt>
                <c:pt idx="1225">
                  <c:v>4.7</c:v>
                </c:pt>
                <c:pt idx="1226">
                  <c:v>4.3</c:v>
                </c:pt>
                <c:pt idx="1227">
                  <c:v>5.4</c:v>
                </c:pt>
                <c:pt idx="1228">
                  <c:v>6.8</c:v>
                </c:pt>
                <c:pt idx="1229">
                  <c:v>9.9</c:v>
                </c:pt>
                <c:pt idx="1230">
                  <c:v>12.4</c:v>
                </c:pt>
                <c:pt idx="1231">
                  <c:v>12.8</c:v>
                </c:pt>
                <c:pt idx="1232">
                  <c:v>12.1</c:v>
                </c:pt>
                <c:pt idx="1233">
                  <c:v>13.8</c:v>
                </c:pt>
                <c:pt idx="1234">
                  <c:v>16.1</c:v>
                </c:pt>
                <c:pt idx="1235">
                  <c:v>13.9</c:v>
                </c:pt>
                <c:pt idx="1236">
                  <c:v>11.3</c:v>
                </c:pt>
                <c:pt idx="1237">
                  <c:v>12</c:v>
                </c:pt>
                <c:pt idx="1238">
                  <c:v>14.8</c:v>
                </c:pt>
                <c:pt idx="1239">
                  <c:v>18.1</c:v>
                </c:pt>
                <c:pt idx="1240">
                  <c:v>17.5</c:v>
                </c:pt>
                <c:pt idx="1241">
                  <c:v>15.3</c:v>
                </c:pt>
                <c:pt idx="1242">
                  <c:v>17.7</c:v>
                </c:pt>
                <c:pt idx="1243">
                  <c:v>18.5</c:v>
                </c:pt>
                <c:pt idx="1244">
                  <c:v>17.7</c:v>
                </c:pt>
                <c:pt idx="1245">
                  <c:v>18.5</c:v>
                </c:pt>
                <c:pt idx="1246">
                  <c:v>20.1</c:v>
                </c:pt>
                <c:pt idx="1247">
                  <c:v>20.3</c:v>
                </c:pt>
                <c:pt idx="1248">
                  <c:v>19.6</c:v>
                </c:pt>
                <c:pt idx="1249">
                  <c:v>18.7</c:v>
                </c:pt>
                <c:pt idx="1250">
                  <c:v>19.2</c:v>
                </c:pt>
                <c:pt idx="1251">
                  <c:v>18.8</c:v>
                </c:pt>
                <c:pt idx="1252">
                  <c:v>17.7</c:v>
                </c:pt>
                <c:pt idx="1253">
                  <c:v>16.1</c:v>
                </c:pt>
                <c:pt idx="1254">
                  <c:v>13.8</c:v>
                </c:pt>
                <c:pt idx="1255">
                  <c:v>14</c:v>
                </c:pt>
                <c:pt idx="1256">
                  <c:v>14.3</c:v>
                </c:pt>
                <c:pt idx="1257">
                  <c:v>15.3</c:v>
                </c:pt>
                <c:pt idx="1258">
                  <c:v>15.2</c:v>
                </c:pt>
                <c:pt idx="1259">
                  <c:v>15.3</c:v>
                </c:pt>
                <c:pt idx="1260">
                  <c:v>15</c:v>
                </c:pt>
                <c:pt idx="1261">
                  <c:v>15.2</c:v>
                </c:pt>
                <c:pt idx="1262">
                  <c:v>17.1</c:v>
                </c:pt>
                <c:pt idx="1263">
                  <c:v>18.9</c:v>
                </c:pt>
                <c:pt idx="1264">
                  <c:v>18</c:v>
                </c:pt>
                <c:pt idx="1265">
                  <c:v>16.9</c:v>
                </c:pt>
                <c:pt idx="1266">
                  <c:v>15.6</c:v>
                </c:pt>
                <c:pt idx="1267">
                  <c:v>15.5</c:v>
                </c:pt>
                <c:pt idx="1268">
                  <c:v>14.6</c:v>
                </c:pt>
                <c:pt idx="1269">
                  <c:v>15.2</c:v>
                </c:pt>
                <c:pt idx="1270">
                  <c:v>16</c:v>
                </c:pt>
                <c:pt idx="1271">
                  <c:v>17.2</c:v>
                </c:pt>
                <c:pt idx="1272">
                  <c:v>19</c:v>
                </c:pt>
                <c:pt idx="1273">
                  <c:v>19.7</c:v>
                </c:pt>
                <c:pt idx="1274">
                  <c:v>21.4</c:v>
                </c:pt>
                <c:pt idx="1275">
                  <c:v>21.7</c:v>
                </c:pt>
                <c:pt idx="1276">
                  <c:v>19.5</c:v>
                </c:pt>
                <c:pt idx="1277">
                  <c:v>22.2</c:v>
                </c:pt>
                <c:pt idx="1278">
                  <c:v>18.5</c:v>
                </c:pt>
                <c:pt idx="1279">
                  <c:v>16.9</c:v>
                </c:pt>
                <c:pt idx="1280">
                  <c:v>18</c:v>
                </c:pt>
                <c:pt idx="1281">
                  <c:v>18.4</c:v>
                </c:pt>
                <c:pt idx="1282">
                  <c:v>17.3</c:v>
                </c:pt>
                <c:pt idx="1283">
                  <c:v>19.7</c:v>
                </c:pt>
                <c:pt idx="1284">
                  <c:v>17.4</c:v>
                </c:pt>
                <c:pt idx="1285">
                  <c:v>18.2</c:v>
                </c:pt>
                <c:pt idx="1286">
                  <c:v>18.5</c:v>
                </c:pt>
                <c:pt idx="1287">
                  <c:v>20</c:v>
                </c:pt>
                <c:pt idx="1288">
                  <c:v>19.4</c:v>
                </c:pt>
                <c:pt idx="1289">
                  <c:v>19.7</c:v>
                </c:pt>
                <c:pt idx="1290">
                  <c:v>19.2</c:v>
                </c:pt>
                <c:pt idx="1291">
                  <c:v>19.1</c:v>
                </c:pt>
                <c:pt idx="1292">
                  <c:v>20.2</c:v>
                </c:pt>
                <c:pt idx="1293">
                  <c:v>20.5</c:v>
                </c:pt>
                <c:pt idx="1294">
                  <c:v>19.9</c:v>
                </c:pt>
                <c:pt idx="1295">
                  <c:v>18.4</c:v>
                </c:pt>
                <c:pt idx="1296">
                  <c:v>18.3</c:v>
                </c:pt>
                <c:pt idx="1297">
                  <c:v>18.6</c:v>
                </c:pt>
                <c:pt idx="1298">
                  <c:v>20.1</c:v>
                </c:pt>
                <c:pt idx="1299">
                  <c:v>20.4</c:v>
                </c:pt>
                <c:pt idx="1300">
                  <c:v>20.7</c:v>
                </c:pt>
                <c:pt idx="1301">
                  <c:v>20.9</c:v>
                </c:pt>
                <c:pt idx="1302">
                  <c:v>21.5</c:v>
                </c:pt>
                <c:pt idx="1303">
                  <c:v>21.1</c:v>
                </c:pt>
                <c:pt idx="1304">
                  <c:v>19.8</c:v>
                </c:pt>
                <c:pt idx="1305">
                  <c:v>19.1</c:v>
                </c:pt>
                <c:pt idx="1306">
                  <c:v>17.6</c:v>
                </c:pt>
                <c:pt idx="1307">
                  <c:v>16.8</c:v>
                </c:pt>
                <c:pt idx="1308">
                  <c:v>16.9</c:v>
                </c:pt>
                <c:pt idx="1309">
                  <c:v>17</c:v>
                </c:pt>
                <c:pt idx="1310">
                  <c:v>17</c:v>
                </c:pt>
                <c:pt idx="1311">
                  <c:v>17.3</c:v>
                </c:pt>
                <c:pt idx="1312">
                  <c:v>16.9</c:v>
                </c:pt>
                <c:pt idx="1313">
                  <c:v>16.7</c:v>
                </c:pt>
                <c:pt idx="1314">
                  <c:v>16.7</c:v>
                </c:pt>
                <c:pt idx="1315">
                  <c:v>17.9</c:v>
                </c:pt>
                <c:pt idx="1316">
                  <c:v>18.4</c:v>
                </c:pt>
                <c:pt idx="1317">
                  <c:v>17.7</c:v>
                </c:pt>
                <c:pt idx="1318">
                  <c:v>16.1</c:v>
                </c:pt>
                <c:pt idx="1319">
                  <c:v>16</c:v>
                </c:pt>
                <c:pt idx="1320">
                  <c:v>16.7</c:v>
                </c:pt>
                <c:pt idx="1321">
                  <c:v>16.8</c:v>
                </c:pt>
                <c:pt idx="1322">
                  <c:v>17.9</c:v>
                </c:pt>
                <c:pt idx="1323">
                  <c:v>19.4</c:v>
                </c:pt>
                <c:pt idx="1324">
                  <c:v>18.7</c:v>
                </c:pt>
                <c:pt idx="1325">
                  <c:v>17.7</c:v>
                </c:pt>
                <c:pt idx="1326">
                  <c:v>16.5</c:v>
                </c:pt>
                <c:pt idx="1327">
                  <c:v>16.2</c:v>
                </c:pt>
                <c:pt idx="1328">
                  <c:v>16.6</c:v>
                </c:pt>
                <c:pt idx="1329">
                  <c:v>17.5</c:v>
                </c:pt>
                <c:pt idx="1330">
                  <c:v>16.3</c:v>
                </c:pt>
                <c:pt idx="1331">
                  <c:v>17.8</c:v>
                </c:pt>
                <c:pt idx="1332">
                  <c:v>18.3</c:v>
                </c:pt>
                <c:pt idx="1333">
                  <c:v>18.4</c:v>
                </c:pt>
                <c:pt idx="1334">
                  <c:v>16.5</c:v>
                </c:pt>
                <c:pt idx="1335">
                  <c:v>16.6</c:v>
                </c:pt>
                <c:pt idx="1336">
                  <c:v>17.3</c:v>
                </c:pt>
                <c:pt idx="1337">
                  <c:v>18.6</c:v>
                </c:pt>
                <c:pt idx="1338">
                  <c:v>19</c:v>
                </c:pt>
                <c:pt idx="1339">
                  <c:v>15.6</c:v>
                </c:pt>
                <c:pt idx="1340">
                  <c:v>17.3</c:v>
                </c:pt>
                <c:pt idx="1341">
                  <c:v>18.7</c:v>
                </c:pt>
                <c:pt idx="1342">
                  <c:v>18.5</c:v>
                </c:pt>
                <c:pt idx="1343">
                  <c:v>17.7</c:v>
                </c:pt>
                <c:pt idx="1344">
                  <c:v>16.6</c:v>
                </c:pt>
                <c:pt idx="1345">
                  <c:v>16.9</c:v>
                </c:pt>
                <c:pt idx="1346">
                  <c:v>17</c:v>
                </c:pt>
                <c:pt idx="1347">
                  <c:v>17.6</c:v>
                </c:pt>
                <c:pt idx="1348">
                  <c:v>18.2</c:v>
                </c:pt>
                <c:pt idx="1349">
                  <c:v>18.1</c:v>
                </c:pt>
                <c:pt idx="1350">
                  <c:v>18.6</c:v>
                </c:pt>
                <c:pt idx="1351">
                  <c:v>19.2</c:v>
                </c:pt>
                <c:pt idx="1352">
                  <c:v>19.2</c:v>
                </c:pt>
                <c:pt idx="1353">
                  <c:v>17.8</c:v>
                </c:pt>
                <c:pt idx="1354">
                  <c:v>17</c:v>
                </c:pt>
                <c:pt idx="1355">
                  <c:v>16.7</c:v>
                </c:pt>
                <c:pt idx="1356">
                  <c:v>15.1</c:v>
                </c:pt>
                <c:pt idx="1357">
                  <c:v>14.1</c:v>
                </c:pt>
                <c:pt idx="1358">
                  <c:v>14.7</c:v>
                </c:pt>
                <c:pt idx="1359">
                  <c:v>12.3</c:v>
                </c:pt>
                <c:pt idx="1360">
                  <c:v>8.4</c:v>
                </c:pt>
                <c:pt idx="1361">
                  <c:v>9.1</c:v>
                </c:pt>
                <c:pt idx="1362">
                  <c:v>12.1</c:v>
                </c:pt>
                <c:pt idx="1363">
                  <c:v>14.8</c:v>
                </c:pt>
                <c:pt idx="1364">
                  <c:v>15</c:v>
                </c:pt>
                <c:pt idx="1365">
                  <c:v>14.7</c:v>
                </c:pt>
                <c:pt idx="1366">
                  <c:v>13.2</c:v>
                </c:pt>
                <c:pt idx="1367">
                  <c:v>9.7</c:v>
                </c:pt>
                <c:pt idx="1368">
                  <c:v>7.2</c:v>
                </c:pt>
                <c:pt idx="1369">
                  <c:v>5.8</c:v>
                </c:pt>
                <c:pt idx="1370">
                  <c:v>7.1</c:v>
                </c:pt>
                <c:pt idx="1371">
                  <c:v>8</c:v>
                </c:pt>
                <c:pt idx="1372">
                  <c:v>7.3</c:v>
                </c:pt>
                <c:pt idx="1373">
                  <c:v>7.1</c:v>
                </c:pt>
                <c:pt idx="1374">
                  <c:v>7</c:v>
                </c:pt>
                <c:pt idx="1375">
                  <c:v>7.4</c:v>
                </c:pt>
                <c:pt idx="1376">
                  <c:v>6.5</c:v>
                </c:pt>
                <c:pt idx="1377">
                  <c:v>4.3</c:v>
                </c:pt>
                <c:pt idx="1378">
                  <c:v>6.5</c:v>
                </c:pt>
                <c:pt idx="1379">
                  <c:v>10.6</c:v>
                </c:pt>
                <c:pt idx="1380">
                  <c:v>7.8</c:v>
                </c:pt>
                <c:pt idx="1381">
                  <c:v>5.3</c:v>
                </c:pt>
                <c:pt idx="1382">
                  <c:v>6.6</c:v>
                </c:pt>
                <c:pt idx="1383">
                  <c:v>5.7</c:v>
                </c:pt>
                <c:pt idx="1384">
                  <c:v>5.6</c:v>
                </c:pt>
                <c:pt idx="1385">
                  <c:v>7</c:v>
                </c:pt>
                <c:pt idx="1386">
                  <c:v>6.7</c:v>
                </c:pt>
                <c:pt idx="1387">
                  <c:v>6.5</c:v>
                </c:pt>
                <c:pt idx="1388">
                  <c:v>6.1</c:v>
                </c:pt>
                <c:pt idx="1389">
                  <c:v>7.1</c:v>
                </c:pt>
                <c:pt idx="1390">
                  <c:v>10.7</c:v>
                </c:pt>
                <c:pt idx="1391">
                  <c:v>8.7</c:v>
                </c:pt>
                <c:pt idx="1392">
                  <c:v>7.9</c:v>
                </c:pt>
                <c:pt idx="1393">
                  <c:v>6.9</c:v>
                </c:pt>
                <c:pt idx="1394">
                  <c:v>7.4</c:v>
                </c:pt>
                <c:pt idx="1395">
                  <c:v>6.5</c:v>
                </c:pt>
                <c:pt idx="1396">
                  <c:v>7.4</c:v>
                </c:pt>
                <c:pt idx="1397">
                  <c:v>4.7</c:v>
                </c:pt>
                <c:pt idx="1398">
                  <c:v>5.4</c:v>
                </c:pt>
                <c:pt idx="1399">
                  <c:v>3.2</c:v>
                </c:pt>
                <c:pt idx="1400">
                  <c:v>1.7</c:v>
                </c:pt>
                <c:pt idx="1401">
                  <c:v>-0.4</c:v>
                </c:pt>
                <c:pt idx="1402">
                  <c:v>0.2</c:v>
                </c:pt>
                <c:pt idx="1403">
                  <c:v>-0.1</c:v>
                </c:pt>
                <c:pt idx="1404">
                  <c:v>-0.6</c:v>
                </c:pt>
                <c:pt idx="1405">
                  <c:v>2.9</c:v>
                </c:pt>
                <c:pt idx="1406">
                  <c:v>3.9</c:v>
                </c:pt>
                <c:pt idx="1407">
                  <c:v>4</c:v>
                </c:pt>
                <c:pt idx="1408">
                  <c:v>5.5</c:v>
                </c:pt>
                <c:pt idx="1409">
                  <c:v>0.2</c:v>
                </c:pt>
                <c:pt idx="1410">
                  <c:v>-1</c:v>
                </c:pt>
                <c:pt idx="1411">
                  <c:v>1.1</c:v>
                </c:pt>
                <c:pt idx="1412">
                  <c:v>2.2</c:v>
                </c:pt>
                <c:pt idx="1413">
                  <c:v>3.1</c:v>
                </c:pt>
                <c:pt idx="1414">
                  <c:v>2</c:v>
                </c:pt>
                <c:pt idx="1415">
                  <c:v>5.8</c:v>
                </c:pt>
                <c:pt idx="1416">
                  <c:v>4.2</c:v>
                </c:pt>
                <c:pt idx="1417">
                  <c:v>2.7</c:v>
                </c:pt>
                <c:pt idx="1418">
                  <c:v>1.1</c:v>
                </c:pt>
                <c:pt idx="1419">
                  <c:v>-0.4</c:v>
                </c:pt>
                <c:pt idx="1420">
                  <c:v>0.1</c:v>
                </c:pt>
                <c:pt idx="1421">
                  <c:v>0.2</c:v>
                </c:pt>
                <c:pt idx="1422">
                  <c:v>-1</c:v>
                </c:pt>
                <c:pt idx="1423">
                  <c:v>-0.6</c:v>
                </c:pt>
                <c:pt idx="1424">
                  <c:v>1.1</c:v>
                </c:pt>
                <c:pt idx="1425">
                  <c:v>4.2</c:v>
                </c:pt>
                <c:pt idx="1426">
                  <c:v>2.6</c:v>
                </c:pt>
                <c:pt idx="1427">
                  <c:v>1.4</c:v>
                </c:pt>
                <c:pt idx="1428">
                  <c:v>1.8</c:v>
                </c:pt>
                <c:pt idx="1429">
                  <c:v>1.8</c:v>
                </c:pt>
                <c:pt idx="1430">
                  <c:v>3</c:v>
                </c:pt>
                <c:pt idx="1431">
                  <c:v>2.2</c:v>
                </c:pt>
                <c:pt idx="1432">
                  <c:v>2.1</c:v>
                </c:pt>
                <c:pt idx="1433">
                  <c:v>-2.8</c:v>
                </c:pt>
                <c:pt idx="1434">
                  <c:v>-4.5</c:v>
                </c:pt>
                <c:pt idx="1435">
                  <c:v>-2.9</c:v>
                </c:pt>
                <c:pt idx="1436">
                  <c:v>-2.7</c:v>
                </c:pt>
                <c:pt idx="1437">
                  <c:v>-3.2</c:v>
                </c:pt>
                <c:pt idx="1438">
                  <c:v>-2.3</c:v>
                </c:pt>
                <c:pt idx="1439">
                  <c:v>0.1</c:v>
                </c:pt>
                <c:pt idx="1440">
                  <c:v>0.5</c:v>
                </c:pt>
                <c:pt idx="1441">
                  <c:v>-3.5</c:v>
                </c:pt>
                <c:pt idx="1442">
                  <c:v>-5.7</c:v>
                </c:pt>
                <c:pt idx="1443">
                  <c:v>-5.4</c:v>
                </c:pt>
                <c:pt idx="1444">
                  <c:v>-5.2</c:v>
                </c:pt>
                <c:pt idx="1445">
                  <c:v>-6</c:v>
                </c:pt>
                <c:pt idx="1446">
                  <c:v>-9.4</c:v>
                </c:pt>
                <c:pt idx="1447">
                  <c:v>-12.9</c:v>
                </c:pt>
                <c:pt idx="1448">
                  <c:v>-5.4</c:v>
                </c:pt>
                <c:pt idx="1449">
                  <c:v>0.7</c:v>
                </c:pt>
                <c:pt idx="1450">
                  <c:v>-1.5</c:v>
                </c:pt>
                <c:pt idx="1451">
                  <c:v>-0.6</c:v>
                </c:pt>
                <c:pt idx="1452">
                  <c:v>-0.4</c:v>
                </c:pt>
                <c:pt idx="1453">
                  <c:v>-1.1</c:v>
                </c:pt>
                <c:pt idx="1454">
                  <c:v>0.7</c:v>
                </c:pt>
                <c:pt idx="1455">
                  <c:v>3.1</c:v>
                </c:pt>
                <c:pt idx="1456">
                  <c:v>1.4</c:v>
                </c:pt>
                <c:pt idx="1457">
                  <c:v>0.4</c:v>
                </c:pt>
                <c:pt idx="1458">
                  <c:v>1.7</c:v>
                </c:pt>
                <c:pt idx="1459">
                  <c:v>1.9</c:v>
                </c:pt>
                <c:pt idx="1460">
                  <c:v>-0.9</c:v>
                </c:pt>
                <c:pt idx="1461">
                  <c:v>-1.6</c:v>
                </c:pt>
                <c:pt idx="1462">
                  <c:v>-4.2</c:v>
                </c:pt>
                <c:pt idx="1463">
                  <c:v>-5.6</c:v>
                </c:pt>
                <c:pt idx="1464">
                  <c:v>-8.5</c:v>
                </c:pt>
                <c:pt idx="1465">
                  <c:v>-8.3</c:v>
                </c:pt>
                <c:pt idx="1466">
                  <c:v>-8.7</c:v>
                </c:pt>
                <c:pt idx="1467">
                  <c:v>-5.5</c:v>
                </c:pt>
                <c:pt idx="1468">
                  <c:v>-2.4</c:v>
                </c:pt>
                <c:pt idx="1469">
                  <c:v>-2.1</c:v>
                </c:pt>
                <c:pt idx="1470">
                  <c:v>-3.2</c:v>
                </c:pt>
                <c:pt idx="1471">
                  <c:v>-3</c:v>
                </c:pt>
                <c:pt idx="1472">
                  <c:v>-4.8</c:v>
                </c:pt>
                <c:pt idx="1473">
                  <c:v>-7.6</c:v>
                </c:pt>
                <c:pt idx="1474">
                  <c:v>0.1</c:v>
                </c:pt>
                <c:pt idx="1475">
                  <c:v>-1.8</c:v>
                </c:pt>
                <c:pt idx="1476">
                  <c:v>0.7</c:v>
                </c:pt>
                <c:pt idx="1477">
                  <c:v>1.2</c:v>
                </c:pt>
                <c:pt idx="1478">
                  <c:v>1.7</c:v>
                </c:pt>
                <c:pt idx="1479">
                  <c:v>0</c:v>
                </c:pt>
                <c:pt idx="1480">
                  <c:v>-3.8</c:v>
                </c:pt>
                <c:pt idx="1481">
                  <c:v>-8.7</c:v>
                </c:pt>
                <c:pt idx="1482">
                  <c:v>-5.7</c:v>
                </c:pt>
                <c:pt idx="1483">
                  <c:v>-1.9</c:v>
                </c:pt>
                <c:pt idx="1484">
                  <c:v>-1.3</c:v>
                </c:pt>
                <c:pt idx="1485">
                  <c:v>0.4</c:v>
                </c:pt>
                <c:pt idx="1486">
                  <c:v>1.5</c:v>
                </c:pt>
                <c:pt idx="1487">
                  <c:v>1</c:v>
                </c:pt>
                <c:pt idx="1488">
                  <c:v>0.9</c:v>
                </c:pt>
                <c:pt idx="1489">
                  <c:v>1.9</c:v>
                </c:pt>
                <c:pt idx="1490">
                  <c:v>2.8</c:v>
                </c:pt>
                <c:pt idx="1491">
                  <c:v>2.7</c:v>
                </c:pt>
                <c:pt idx="1492">
                  <c:v>-0.2</c:v>
                </c:pt>
                <c:pt idx="1493">
                  <c:v>-2.1</c:v>
                </c:pt>
                <c:pt idx="1494">
                  <c:v>-7</c:v>
                </c:pt>
                <c:pt idx="1495">
                  <c:v>-10.2</c:v>
                </c:pt>
                <c:pt idx="1496">
                  <c:v>-9.2</c:v>
                </c:pt>
                <c:pt idx="1497">
                  <c:v>-3.2</c:v>
                </c:pt>
                <c:pt idx="1498">
                  <c:v>-3.2</c:v>
                </c:pt>
                <c:pt idx="1499">
                  <c:v>-6.2</c:v>
                </c:pt>
                <c:pt idx="1500">
                  <c:v>-5.4</c:v>
                </c:pt>
                <c:pt idx="1501">
                  <c:v>-5.4</c:v>
                </c:pt>
                <c:pt idx="1502">
                  <c:v>-4</c:v>
                </c:pt>
                <c:pt idx="1503">
                  <c:v>-4.3</c:v>
                </c:pt>
                <c:pt idx="1504">
                  <c:v>-4.9</c:v>
                </c:pt>
                <c:pt idx="1505">
                  <c:v>-7.6</c:v>
                </c:pt>
                <c:pt idx="1506">
                  <c:v>-9.2</c:v>
                </c:pt>
                <c:pt idx="1507">
                  <c:v>-11.2</c:v>
                </c:pt>
                <c:pt idx="1508">
                  <c:v>-11.5</c:v>
                </c:pt>
                <c:pt idx="1509">
                  <c:v>-8.3</c:v>
                </c:pt>
                <c:pt idx="1510">
                  <c:v>-7.4</c:v>
                </c:pt>
                <c:pt idx="1511">
                  <c:v>-8.8</c:v>
                </c:pt>
                <c:pt idx="1512">
                  <c:v>-4.1</c:v>
                </c:pt>
                <c:pt idx="1513">
                  <c:v>-2.8</c:v>
                </c:pt>
                <c:pt idx="1514">
                  <c:v>-2.7</c:v>
                </c:pt>
                <c:pt idx="1515">
                  <c:v>-3.3</c:v>
                </c:pt>
                <c:pt idx="1516">
                  <c:v>-2.2</c:v>
                </c:pt>
                <c:pt idx="1517">
                  <c:v>-1.3</c:v>
                </c:pt>
                <c:pt idx="1518">
                  <c:v>-0.1</c:v>
                </c:pt>
                <c:pt idx="1519">
                  <c:v>-0.6</c:v>
                </c:pt>
                <c:pt idx="1520">
                  <c:v>-0.2</c:v>
                </c:pt>
                <c:pt idx="1521">
                  <c:v>-0.3</c:v>
                </c:pt>
                <c:pt idx="1522">
                  <c:v>0.6</c:v>
                </c:pt>
                <c:pt idx="1523">
                  <c:v>0.9</c:v>
                </c:pt>
                <c:pt idx="1524">
                  <c:v>0.6</c:v>
                </c:pt>
                <c:pt idx="1525">
                  <c:v>3.1</c:v>
                </c:pt>
                <c:pt idx="1526">
                  <c:v>1.6</c:v>
                </c:pt>
                <c:pt idx="1527">
                  <c:v>2</c:v>
                </c:pt>
                <c:pt idx="1528">
                  <c:v>1</c:v>
                </c:pt>
                <c:pt idx="1529">
                  <c:v>1</c:v>
                </c:pt>
                <c:pt idx="1530">
                  <c:v>0.1</c:v>
                </c:pt>
                <c:pt idx="1531">
                  <c:v>-2.2</c:v>
                </c:pt>
                <c:pt idx="1532">
                  <c:v>-1.2</c:v>
                </c:pt>
                <c:pt idx="1533">
                  <c:v>-2</c:v>
                </c:pt>
                <c:pt idx="1534">
                  <c:v>-2.2</c:v>
                </c:pt>
                <c:pt idx="1535">
                  <c:v>-1.8</c:v>
                </c:pt>
                <c:pt idx="1536">
                  <c:v>-5.1</c:v>
                </c:pt>
                <c:pt idx="1537">
                  <c:v>-2.7</c:v>
                </c:pt>
                <c:pt idx="1538">
                  <c:v>1.5</c:v>
                </c:pt>
                <c:pt idx="1539">
                  <c:v>0.2</c:v>
                </c:pt>
                <c:pt idx="1540">
                  <c:v>-0.2</c:v>
                </c:pt>
                <c:pt idx="1541">
                  <c:v>-0.3</c:v>
                </c:pt>
                <c:pt idx="1542">
                  <c:v>1.6</c:v>
                </c:pt>
                <c:pt idx="1543">
                  <c:v>1.8</c:v>
                </c:pt>
                <c:pt idx="1544">
                  <c:v>3.5</c:v>
                </c:pt>
                <c:pt idx="1545">
                  <c:v>3.1</c:v>
                </c:pt>
                <c:pt idx="1546">
                  <c:v>2.4</c:v>
                </c:pt>
                <c:pt idx="1547">
                  <c:v>4.8</c:v>
                </c:pt>
                <c:pt idx="1548">
                  <c:v>7.5</c:v>
                </c:pt>
                <c:pt idx="1549">
                  <c:v>7.5</c:v>
                </c:pt>
                <c:pt idx="1550">
                  <c:v>7.8</c:v>
                </c:pt>
                <c:pt idx="1551">
                  <c:v>6.8</c:v>
                </c:pt>
                <c:pt idx="1552">
                  <c:v>5.4</c:v>
                </c:pt>
                <c:pt idx="1553">
                  <c:v>6.8</c:v>
                </c:pt>
                <c:pt idx="1554">
                  <c:v>4.1</c:v>
                </c:pt>
                <c:pt idx="1555">
                  <c:v>-0.8</c:v>
                </c:pt>
                <c:pt idx="1556">
                  <c:v>-1.7</c:v>
                </c:pt>
                <c:pt idx="1557">
                  <c:v>-0.4</c:v>
                </c:pt>
                <c:pt idx="1558">
                  <c:v>-0.7</c:v>
                </c:pt>
                <c:pt idx="1559">
                  <c:v>-0.3</c:v>
                </c:pt>
                <c:pt idx="1560">
                  <c:v>-1.6</c:v>
                </c:pt>
                <c:pt idx="1561">
                  <c:v>-1.8</c:v>
                </c:pt>
                <c:pt idx="1562">
                  <c:v>-1.8</c:v>
                </c:pt>
                <c:pt idx="1563">
                  <c:v>3.4</c:v>
                </c:pt>
                <c:pt idx="1564">
                  <c:v>7.9</c:v>
                </c:pt>
                <c:pt idx="1565">
                  <c:v>8.5</c:v>
                </c:pt>
                <c:pt idx="1566">
                  <c:v>9.7</c:v>
                </c:pt>
                <c:pt idx="1567">
                  <c:v>10.5</c:v>
                </c:pt>
                <c:pt idx="1568">
                  <c:v>13.2</c:v>
                </c:pt>
                <c:pt idx="1569">
                  <c:v>13.8</c:v>
                </c:pt>
                <c:pt idx="1570">
                  <c:v>8.1</c:v>
                </c:pt>
                <c:pt idx="1571">
                  <c:v>6.8</c:v>
                </c:pt>
                <c:pt idx="1572">
                  <c:v>6.4</c:v>
                </c:pt>
                <c:pt idx="1573">
                  <c:v>6.9</c:v>
                </c:pt>
                <c:pt idx="1574">
                  <c:v>5.1</c:v>
                </c:pt>
                <c:pt idx="1575">
                  <c:v>2.4</c:v>
                </c:pt>
                <c:pt idx="1576">
                  <c:v>1.9</c:v>
                </c:pt>
                <c:pt idx="1577">
                  <c:v>1.4</c:v>
                </c:pt>
                <c:pt idx="1578">
                  <c:v>5.2</c:v>
                </c:pt>
                <c:pt idx="1579">
                  <c:v>6.1</c:v>
                </c:pt>
                <c:pt idx="1580">
                  <c:v>3.3</c:v>
                </c:pt>
                <c:pt idx="1581">
                  <c:v>3.6</c:v>
                </c:pt>
                <c:pt idx="1582">
                  <c:v>7.4</c:v>
                </c:pt>
                <c:pt idx="1583">
                  <c:v>8.2</c:v>
                </c:pt>
                <c:pt idx="1584">
                  <c:v>6.5</c:v>
                </c:pt>
                <c:pt idx="1585">
                  <c:v>4.1</c:v>
                </c:pt>
                <c:pt idx="1586">
                  <c:v>4.7</c:v>
                </c:pt>
                <c:pt idx="1587">
                  <c:v>3.5</c:v>
                </c:pt>
                <c:pt idx="1588">
                  <c:v>4.3</c:v>
                </c:pt>
                <c:pt idx="1589">
                  <c:v>5.4</c:v>
                </c:pt>
                <c:pt idx="1590">
                  <c:v>5.2</c:v>
                </c:pt>
                <c:pt idx="1591">
                  <c:v>5.5</c:v>
                </c:pt>
                <c:pt idx="1592">
                  <c:v>7.8</c:v>
                </c:pt>
                <c:pt idx="1593">
                  <c:v>9.3</c:v>
                </c:pt>
                <c:pt idx="1594">
                  <c:v>8</c:v>
                </c:pt>
                <c:pt idx="1595">
                  <c:v>9.1</c:v>
                </c:pt>
                <c:pt idx="1596">
                  <c:v>10.2</c:v>
                </c:pt>
                <c:pt idx="1597">
                  <c:v>9.2</c:v>
                </c:pt>
                <c:pt idx="1598">
                  <c:v>11.4</c:v>
                </c:pt>
                <c:pt idx="1599">
                  <c:v>10.7</c:v>
                </c:pt>
                <c:pt idx="1600">
                  <c:v>11</c:v>
                </c:pt>
                <c:pt idx="1601">
                  <c:v>10</c:v>
                </c:pt>
                <c:pt idx="1602">
                  <c:v>11.5</c:v>
                </c:pt>
                <c:pt idx="1603">
                  <c:v>13.9</c:v>
                </c:pt>
                <c:pt idx="1604">
                  <c:v>13.2</c:v>
                </c:pt>
                <c:pt idx="1605">
                  <c:v>14.4</c:v>
                </c:pt>
                <c:pt idx="1606">
                  <c:v>12.9</c:v>
                </c:pt>
                <c:pt idx="1607">
                  <c:v>15.4</c:v>
                </c:pt>
                <c:pt idx="1608">
                  <c:v>16.1</c:v>
                </c:pt>
                <c:pt idx="1609">
                  <c:v>17.7</c:v>
                </c:pt>
                <c:pt idx="1610">
                  <c:v>16</c:v>
                </c:pt>
                <c:pt idx="1611">
                  <c:v>14.6</c:v>
                </c:pt>
                <c:pt idx="1612">
                  <c:v>13.1</c:v>
                </c:pt>
                <c:pt idx="1613">
                  <c:v>13.8</c:v>
                </c:pt>
                <c:pt idx="1614">
                  <c:v>14</c:v>
                </c:pt>
                <c:pt idx="1615">
                  <c:v>14.2</c:v>
                </c:pt>
                <c:pt idx="1616">
                  <c:v>16.1</c:v>
                </c:pt>
                <c:pt idx="1617">
                  <c:v>16.4</c:v>
                </c:pt>
                <c:pt idx="1618">
                  <c:v>16.3</c:v>
                </c:pt>
                <c:pt idx="1619">
                  <c:v>15.7</c:v>
                </c:pt>
                <c:pt idx="1620">
                  <c:v>13.4</c:v>
                </c:pt>
                <c:pt idx="1621">
                  <c:v>14</c:v>
                </c:pt>
                <c:pt idx="1622">
                  <c:v>13.6</c:v>
                </c:pt>
                <c:pt idx="1623">
                  <c:v>14.4</c:v>
                </c:pt>
                <c:pt idx="1624">
                  <c:v>14.7</c:v>
                </c:pt>
                <c:pt idx="1625">
                  <c:v>14.9</c:v>
                </c:pt>
                <c:pt idx="1626">
                  <c:v>16</c:v>
                </c:pt>
                <c:pt idx="1627">
                  <c:v>16.6</c:v>
                </c:pt>
                <c:pt idx="1628">
                  <c:v>14.6</c:v>
                </c:pt>
                <c:pt idx="1629">
                  <c:v>15.1</c:v>
                </c:pt>
                <c:pt idx="1630">
                  <c:v>13.7</c:v>
                </c:pt>
                <c:pt idx="1631">
                  <c:v>12.8</c:v>
                </c:pt>
                <c:pt idx="1632">
                  <c:v>12.5</c:v>
                </c:pt>
                <c:pt idx="1633">
                  <c:v>12.3</c:v>
                </c:pt>
                <c:pt idx="1634">
                  <c:v>13.7</c:v>
                </c:pt>
                <c:pt idx="1635">
                  <c:v>13.5</c:v>
                </c:pt>
                <c:pt idx="1636">
                  <c:v>12.9</c:v>
                </c:pt>
                <c:pt idx="1637">
                  <c:v>13.4</c:v>
                </c:pt>
                <c:pt idx="1638">
                  <c:v>14.4</c:v>
                </c:pt>
                <c:pt idx="1639">
                  <c:v>14.7</c:v>
                </c:pt>
                <c:pt idx="1640">
                  <c:v>14.2</c:v>
                </c:pt>
                <c:pt idx="1641">
                  <c:v>13.9</c:v>
                </c:pt>
                <c:pt idx="1642">
                  <c:v>16</c:v>
                </c:pt>
                <c:pt idx="1643">
                  <c:v>17</c:v>
                </c:pt>
                <c:pt idx="1644">
                  <c:v>19.6</c:v>
                </c:pt>
                <c:pt idx="1645">
                  <c:v>15.2</c:v>
                </c:pt>
                <c:pt idx="1646">
                  <c:v>13.9</c:v>
                </c:pt>
                <c:pt idx="1647">
                  <c:v>14.1</c:v>
                </c:pt>
                <c:pt idx="1648">
                  <c:v>17</c:v>
                </c:pt>
                <c:pt idx="1649">
                  <c:v>17.2</c:v>
                </c:pt>
                <c:pt idx="1650">
                  <c:v>15.6</c:v>
                </c:pt>
                <c:pt idx="1651">
                  <c:v>15</c:v>
                </c:pt>
                <c:pt idx="1652">
                  <c:v>19</c:v>
                </c:pt>
                <c:pt idx="1653">
                  <c:v>21.2</c:v>
                </c:pt>
                <c:pt idx="1654">
                  <c:v>21.5</c:v>
                </c:pt>
                <c:pt idx="1655">
                  <c:v>21.2</c:v>
                </c:pt>
                <c:pt idx="1656">
                  <c:v>20.1</c:v>
                </c:pt>
                <c:pt idx="1657">
                  <c:v>20.1</c:v>
                </c:pt>
                <c:pt idx="1658">
                  <c:v>19.7</c:v>
                </c:pt>
                <c:pt idx="1659">
                  <c:v>19.7</c:v>
                </c:pt>
                <c:pt idx="1660">
                  <c:v>20.3</c:v>
                </c:pt>
                <c:pt idx="1661">
                  <c:v>20.9</c:v>
                </c:pt>
                <c:pt idx="1662">
                  <c:v>20.7</c:v>
                </c:pt>
                <c:pt idx="1663">
                  <c:v>21.2</c:v>
                </c:pt>
                <c:pt idx="1664">
                  <c:v>21.3</c:v>
                </c:pt>
                <c:pt idx="1665">
                  <c:v>21.7</c:v>
                </c:pt>
                <c:pt idx="1666">
                  <c:v>22.9</c:v>
                </c:pt>
                <c:pt idx="1667">
                  <c:v>22.8</c:v>
                </c:pt>
                <c:pt idx="1668">
                  <c:v>22.7</c:v>
                </c:pt>
                <c:pt idx="1669">
                  <c:v>22.8</c:v>
                </c:pt>
                <c:pt idx="1670">
                  <c:v>23.7</c:v>
                </c:pt>
                <c:pt idx="1671">
                  <c:v>24.1</c:v>
                </c:pt>
                <c:pt idx="1672">
                  <c:v>22.3</c:v>
                </c:pt>
                <c:pt idx="1673">
                  <c:v>21.6</c:v>
                </c:pt>
                <c:pt idx="1674">
                  <c:v>20.4</c:v>
                </c:pt>
                <c:pt idx="1675">
                  <c:v>20.9</c:v>
                </c:pt>
                <c:pt idx="1676">
                  <c:v>21.6</c:v>
                </c:pt>
                <c:pt idx="1677">
                  <c:v>20.4</c:v>
                </c:pt>
                <c:pt idx="1678">
                  <c:v>18.4</c:v>
                </c:pt>
                <c:pt idx="1679">
                  <c:v>17.2</c:v>
                </c:pt>
                <c:pt idx="1680">
                  <c:v>17.1</c:v>
                </c:pt>
                <c:pt idx="1681">
                  <c:v>17.1</c:v>
                </c:pt>
                <c:pt idx="1682">
                  <c:v>17.5</c:v>
                </c:pt>
                <c:pt idx="1683">
                  <c:v>17.3</c:v>
                </c:pt>
                <c:pt idx="1684">
                  <c:v>17.1</c:v>
                </c:pt>
                <c:pt idx="1685">
                  <c:v>17</c:v>
                </c:pt>
                <c:pt idx="1686">
                  <c:v>17.6</c:v>
                </c:pt>
                <c:pt idx="1687">
                  <c:v>18.7</c:v>
                </c:pt>
                <c:pt idx="1688">
                  <c:v>17</c:v>
                </c:pt>
                <c:pt idx="1689">
                  <c:v>14.4</c:v>
                </c:pt>
                <c:pt idx="1690">
                  <c:v>15.4</c:v>
                </c:pt>
                <c:pt idx="1691">
                  <c:v>15.4</c:v>
                </c:pt>
                <c:pt idx="1692">
                  <c:v>12.9</c:v>
                </c:pt>
                <c:pt idx="1693">
                  <c:v>11.7</c:v>
                </c:pt>
                <c:pt idx="1694">
                  <c:v>12.3</c:v>
                </c:pt>
                <c:pt idx="1695">
                  <c:v>12.3</c:v>
                </c:pt>
                <c:pt idx="1696">
                  <c:v>11.4</c:v>
                </c:pt>
                <c:pt idx="1697">
                  <c:v>11.5</c:v>
                </c:pt>
                <c:pt idx="1698">
                  <c:v>11.6</c:v>
                </c:pt>
                <c:pt idx="1699">
                  <c:v>12.2</c:v>
                </c:pt>
                <c:pt idx="1700">
                  <c:v>13.1</c:v>
                </c:pt>
                <c:pt idx="1701">
                  <c:v>12.8</c:v>
                </c:pt>
                <c:pt idx="1702">
                  <c:v>15.5</c:v>
                </c:pt>
                <c:pt idx="1703">
                  <c:v>15.3</c:v>
                </c:pt>
                <c:pt idx="1704">
                  <c:v>14.9</c:v>
                </c:pt>
                <c:pt idx="1705">
                  <c:v>14.2</c:v>
                </c:pt>
                <c:pt idx="1706">
                  <c:v>14.7</c:v>
                </c:pt>
                <c:pt idx="1707">
                  <c:v>16.1</c:v>
                </c:pt>
                <c:pt idx="1708">
                  <c:v>17.6</c:v>
                </c:pt>
                <c:pt idx="1709">
                  <c:v>18.1</c:v>
                </c:pt>
                <c:pt idx="1710">
                  <c:v>17.3</c:v>
                </c:pt>
                <c:pt idx="1711">
                  <c:v>16</c:v>
                </c:pt>
                <c:pt idx="1712">
                  <c:v>15.9</c:v>
                </c:pt>
                <c:pt idx="1713">
                  <c:v>16.8</c:v>
                </c:pt>
                <c:pt idx="1714">
                  <c:v>16.2</c:v>
                </c:pt>
                <c:pt idx="1715">
                  <c:v>15.8</c:v>
                </c:pt>
                <c:pt idx="1716">
                  <c:v>15.2</c:v>
                </c:pt>
                <c:pt idx="1717">
                  <c:v>15.6</c:v>
                </c:pt>
                <c:pt idx="1718">
                  <c:v>15</c:v>
                </c:pt>
                <c:pt idx="1719">
                  <c:v>14.6</c:v>
                </c:pt>
                <c:pt idx="1720">
                  <c:v>14.4</c:v>
                </c:pt>
                <c:pt idx="1721">
                  <c:v>13.4</c:v>
                </c:pt>
                <c:pt idx="1722">
                  <c:v>12.8</c:v>
                </c:pt>
                <c:pt idx="1723">
                  <c:v>12.9</c:v>
                </c:pt>
                <c:pt idx="1724">
                  <c:v>15.9</c:v>
                </c:pt>
                <c:pt idx="1725">
                  <c:v>15</c:v>
                </c:pt>
                <c:pt idx="1726">
                  <c:v>10.2</c:v>
                </c:pt>
                <c:pt idx="1727">
                  <c:v>8</c:v>
                </c:pt>
                <c:pt idx="1728">
                  <c:v>7.9</c:v>
                </c:pt>
                <c:pt idx="1729">
                  <c:v>9.4</c:v>
                </c:pt>
                <c:pt idx="1730">
                  <c:v>9.8</c:v>
                </c:pt>
                <c:pt idx="1731">
                  <c:v>8.3</c:v>
                </c:pt>
                <c:pt idx="1732">
                  <c:v>5.7</c:v>
                </c:pt>
                <c:pt idx="1733">
                  <c:v>5.4</c:v>
                </c:pt>
                <c:pt idx="1734">
                  <c:v>5.2</c:v>
                </c:pt>
                <c:pt idx="1735">
                  <c:v>5.5</c:v>
                </c:pt>
                <c:pt idx="1736">
                  <c:v>4.9</c:v>
                </c:pt>
                <c:pt idx="1737">
                  <c:v>5.5</c:v>
                </c:pt>
                <c:pt idx="1738">
                  <c:v>8.2</c:v>
                </c:pt>
                <c:pt idx="1739">
                  <c:v>9.4</c:v>
                </c:pt>
                <c:pt idx="1740">
                  <c:v>9.2</c:v>
                </c:pt>
                <c:pt idx="1741">
                  <c:v>9</c:v>
                </c:pt>
                <c:pt idx="1742">
                  <c:v>9.4</c:v>
                </c:pt>
                <c:pt idx="1743">
                  <c:v>9.5</c:v>
                </c:pt>
                <c:pt idx="1744">
                  <c:v>8.2</c:v>
                </c:pt>
                <c:pt idx="1745">
                  <c:v>6.7</c:v>
                </c:pt>
                <c:pt idx="1746">
                  <c:v>5.4</c:v>
                </c:pt>
                <c:pt idx="1747">
                  <c:v>5</c:v>
                </c:pt>
                <c:pt idx="1748">
                  <c:v>5.6</c:v>
                </c:pt>
                <c:pt idx="1749">
                  <c:v>7.1</c:v>
                </c:pt>
                <c:pt idx="1750">
                  <c:v>3.2</c:v>
                </c:pt>
                <c:pt idx="1751">
                  <c:v>1.2</c:v>
                </c:pt>
                <c:pt idx="1752">
                  <c:v>1.3</c:v>
                </c:pt>
                <c:pt idx="1753">
                  <c:v>3</c:v>
                </c:pt>
                <c:pt idx="1754">
                  <c:v>3.6</c:v>
                </c:pt>
                <c:pt idx="1755">
                  <c:v>3.4</c:v>
                </c:pt>
                <c:pt idx="1756">
                  <c:v>4.9</c:v>
                </c:pt>
                <c:pt idx="1757">
                  <c:v>5.9</c:v>
                </c:pt>
                <c:pt idx="1758">
                  <c:v>8.5</c:v>
                </c:pt>
                <c:pt idx="1759">
                  <c:v>7.7</c:v>
                </c:pt>
                <c:pt idx="1760">
                  <c:v>6.3</c:v>
                </c:pt>
                <c:pt idx="1761">
                  <c:v>5.6</c:v>
                </c:pt>
                <c:pt idx="1762">
                  <c:v>5.2</c:v>
                </c:pt>
                <c:pt idx="1763">
                  <c:v>5.3</c:v>
                </c:pt>
                <c:pt idx="1764">
                  <c:v>5.5</c:v>
                </c:pt>
                <c:pt idx="1765">
                  <c:v>4.9</c:v>
                </c:pt>
                <c:pt idx="1766">
                  <c:v>4.8</c:v>
                </c:pt>
                <c:pt idx="1767">
                  <c:v>6</c:v>
                </c:pt>
                <c:pt idx="1768">
                  <c:v>6.3</c:v>
                </c:pt>
                <c:pt idx="1769">
                  <c:v>8.8</c:v>
                </c:pt>
                <c:pt idx="1770">
                  <c:v>8.9</c:v>
                </c:pt>
                <c:pt idx="1771">
                  <c:v>8.1</c:v>
                </c:pt>
                <c:pt idx="1772">
                  <c:v>6</c:v>
                </c:pt>
                <c:pt idx="1773">
                  <c:v>5.1</c:v>
                </c:pt>
                <c:pt idx="1774">
                  <c:v>3.2</c:v>
                </c:pt>
                <c:pt idx="1775">
                  <c:v>2.8</c:v>
                </c:pt>
                <c:pt idx="1776">
                  <c:v>3.3</c:v>
                </c:pt>
                <c:pt idx="1777">
                  <c:v>4.7</c:v>
                </c:pt>
                <c:pt idx="1778">
                  <c:v>3</c:v>
                </c:pt>
                <c:pt idx="1779">
                  <c:v>-1.5</c:v>
                </c:pt>
                <c:pt idx="1780">
                  <c:v>-0.2</c:v>
                </c:pt>
                <c:pt idx="1781">
                  <c:v>-1.2</c:v>
                </c:pt>
                <c:pt idx="1782">
                  <c:v>-1.8</c:v>
                </c:pt>
                <c:pt idx="1783">
                  <c:v>-2.1</c:v>
                </c:pt>
                <c:pt idx="1784">
                  <c:v>-0.9</c:v>
                </c:pt>
                <c:pt idx="1785">
                  <c:v>-1</c:v>
                </c:pt>
                <c:pt idx="1786">
                  <c:v>-1.5</c:v>
                </c:pt>
                <c:pt idx="1787">
                  <c:v>-1.4</c:v>
                </c:pt>
                <c:pt idx="1788">
                  <c:v>-2</c:v>
                </c:pt>
                <c:pt idx="1789">
                  <c:v>-1.4</c:v>
                </c:pt>
                <c:pt idx="1790">
                  <c:v>-3.8</c:v>
                </c:pt>
                <c:pt idx="1791">
                  <c:v>-4.2</c:v>
                </c:pt>
                <c:pt idx="1792">
                  <c:v>-0.6</c:v>
                </c:pt>
                <c:pt idx="1793">
                  <c:v>1.2</c:v>
                </c:pt>
                <c:pt idx="1794">
                  <c:v>1.4</c:v>
                </c:pt>
                <c:pt idx="1795">
                  <c:v>1.1</c:v>
                </c:pt>
                <c:pt idx="1796">
                  <c:v>1.1</c:v>
                </c:pt>
                <c:pt idx="1797">
                  <c:v>0.3</c:v>
                </c:pt>
                <c:pt idx="1798">
                  <c:v>0.4</c:v>
                </c:pt>
                <c:pt idx="1799">
                  <c:v>0.9</c:v>
                </c:pt>
                <c:pt idx="1800">
                  <c:v>0.5</c:v>
                </c:pt>
                <c:pt idx="1801">
                  <c:v>-1.7</c:v>
                </c:pt>
                <c:pt idx="1802">
                  <c:v>-2.4</c:v>
                </c:pt>
                <c:pt idx="1803">
                  <c:v>0.6</c:v>
                </c:pt>
                <c:pt idx="1804">
                  <c:v>2.1</c:v>
                </c:pt>
                <c:pt idx="1805">
                  <c:v>3.5</c:v>
                </c:pt>
                <c:pt idx="1806">
                  <c:v>-2.2</c:v>
                </c:pt>
                <c:pt idx="1807">
                  <c:v>-6.3</c:v>
                </c:pt>
                <c:pt idx="1808">
                  <c:v>-7.5</c:v>
                </c:pt>
                <c:pt idx="1809">
                  <c:v>-4.5</c:v>
                </c:pt>
                <c:pt idx="1810">
                  <c:v>0.6</c:v>
                </c:pt>
                <c:pt idx="1811">
                  <c:v>0.5</c:v>
                </c:pt>
                <c:pt idx="1812">
                  <c:v>0.8</c:v>
                </c:pt>
                <c:pt idx="1813">
                  <c:v>0.4</c:v>
                </c:pt>
                <c:pt idx="1814">
                  <c:v>2</c:v>
                </c:pt>
                <c:pt idx="1815">
                  <c:v>2.4</c:v>
                </c:pt>
                <c:pt idx="1816">
                  <c:v>-3.9</c:v>
                </c:pt>
                <c:pt idx="1817">
                  <c:v>-6.7</c:v>
                </c:pt>
                <c:pt idx="1818">
                  <c:v>-4.1</c:v>
                </c:pt>
                <c:pt idx="1819">
                  <c:v>-0.2</c:v>
                </c:pt>
                <c:pt idx="1820">
                  <c:v>0.6</c:v>
                </c:pt>
                <c:pt idx="1821">
                  <c:v>-0.5</c:v>
                </c:pt>
                <c:pt idx="1822">
                  <c:v>-2.4</c:v>
                </c:pt>
                <c:pt idx="1823">
                  <c:v>-4.7</c:v>
                </c:pt>
                <c:pt idx="1824">
                  <c:v>-5.3</c:v>
                </c:pt>
                <c:pt idx="1825">
                  <c:v>-9.5</c:v>
                </c:pt>
                <c:pt idx="1826">
                  <c:v>-12.9</c:v>
                </c:pt>
                <c:pt idx="1827">
                  <c:v>-11.6</c:v>
                </c:pt>
                <c:pt idx="1828">
                  <c:v>-10.1</c:v>
                </c:pt>
                <c:pt idx="1829">
                  <c:v>-7.9</c:v>
                </c:pt>
                <c:pt idx="1830">
                  <c:v>-13.6</c:v>
                </c:pt>
                <c:pt idx="1831">
                  <c:v>-13.5</c:v>
                </c:pt>
                <c:pt idx="1832">
                  <c:v>-11</c:v>
                </c:pt>
                <c:pt idx="1833">
                  <c:v>-12.8</c:v>
                </c:pt>
                <c:pt idx="1834">
                  <c:v>-11.8</c:v>
                </c:pt>
                <c:pt idx="1835">
                  <c:v>-10.5</c:v>
                </c:pt>
                <c:pt idx="1836">
                  <c:v>-9.9</c:v>
                </c:pt>
                <c:pt idx="1837">
                  <c:v>-10.2</c:v>
                </c:pt>
                <c:pt idx="1838">
                  <c:v>-10.3</c:v>
                </c:pt>
                <c:pt idx="1839">
                  <c:v>-10.3</c:v>
                </c:pt>
                <c:pt idx="1840">
                  <c:v>-8.3</c:v>
                </c:pt>
                <c:pt idx="1841">
                  <c:v>-9.2</c:v>
                </c:pt>
                <c:pt idx="1842">
                  <c:v>-9.3</c:v>
                </c:pt>
                <c:pt idx="1843">
                  <c:v>-5.2</c:v>
                </c:pt>
                <c:pt idx="1844">
                  <c:v>-4.3</c:v>
                </c:pt>
                <c:pt idx="1845">
                  <c:v>-4.7</c:v>
                </c:pt>
                <c:pt idx="1846">
                  <c:v>-7.7</c:v>
                </c:pt>
                <c:pt idx="1847">
                  <c:v>-11.4</c:v>
                </c:pt>
                <c:pt idx="1848">
                  <c:v>-11</c:v>
                </c:pt>
                <c:pt idx="1849">
                  <c:v>-13</c:v>
                </c:pt>
                <c:pt idx="1850">
                  <c:v>-13.3</c:v>
                </c:pt>
                <c:pt idx="1851">
                  <c:v>-12.4</c:v>
                </c:pt>
                <c:pt idx="1852">
                  <c:v>-11.1</c:v>
                </c:pt>
                <c:pt idx="1853">
                  <c:v>-11.2</c:v>
                </c:pt>
                <c:pt idx="1854">
                  <c:v>-14.4</c:v>
                </c:pt>
                <c:pt idx="1855">
                  <c:v>-16.2</c:v>
                </c:pt>
                <c:pt idx="1856">
                  <c:v>-19.2</c:v>
                </c:pt>
                <c:pt idx="1857">
                  <c:v>-19.8</c:v>
                </c:pt>
                <c:pt idx="1858">
                  <c:v>-13.2</c:v>
                </c:pt>
                <c:pt idx="1859">
                  <c:v>-13.9</c:v>
                </c:pt>
                <c:pt idx="1860">
                  <c:v>-13.3</c:v>
                </c:pt>
                <c:pt idx="1861">
                  <c:v>-13.4</c:v>
                </c:pt>
                <c:pt idx="1862">
                  <c:v>-14.3</c:v>
                </c:pt>
                <c:pt idx="1863">
                  <c:v>-11.8</c:v>
                </c:pt>
                <c:pt idx="1864">
                  <c:v>-9.8</c:v>
                </c:pt>
                <c:pt idx="1865">
                  <c:v>-10.7</c:v>
                </c:pt>
                <c:pt idx="1866">
                  <c:v>-8.7</c:v>
                </c:pt>
                <c:pt idx="1867">
                  <c:v>-9.9</c:v>
                </c:pt>
                <c:pt idx="1868">
                  <c:v>-11.4</c:v>
                </c:pt>
                <c:pt idx="1869">
                  <c:v>-14.4</c:v>
                </c:pt>
                <c:pt idx="1870">
                  <c:v>-16.9</c:v>
                </c:pt>
                <c:pt idx="1871">
                  <c:v>-18.9</c:v>
                </c:pt>
                <c:pt idx="1872">
                  <c:v>-12.2</c:v>
                </c:pt>
                <c:pt idx="1873">
                  <c:v>-10.7</c:v>
                </c:pt>
                <c:pt idx="1874">
                  <c:v>-12</c:v>
                </c:pt>
                <c:pt idx="1875">
                  <c:v>-12.5</c:v>
                </c:pt>
                <c:pt idx="1876">
                  <c:v>-10.2</c:v>
                </c:pt>
                <c:pt idx="1877">
                  <c:v>-6.6</c:v>
                </c:pt>
                <c:pt idx="1878">
                  <c:v>-5.2</c:v>
                </c:pt>
                <c:pt idx="1879">
                  <c:v>-8.6</c:v>
                </c:pt>
                <c:pt idx="1880">
                  <c:v>-8.6</c:v>
                </c:pt>
                <c:pt idx="1881">
                  <c:v>-10.7</c:v>
                </c:pt>
                <c:pt idx="1882">
                  <c:v>-8.2</c:v>
                </c:pt>
                <c:pt idx="1883">
                  <c:v>-1.2</c:v>
                </c:pt>
                <c:pt idx="1884">
                  <c:v>0.6</c:v>
                </c:pt>
                <c:pt idx="1885">
                  <c:v>0.3</c:v>
                </c:pt>
                <c:pt idx="1886">
                  <c:v>-0.3</c:v>
                </c:pt>
                <c:pt idx="1887">
                  <c:v>-2.1</c:v>
                </c:pt>
                <c:pt idx="1888">
                  <c:v>-1.2</c:v>
                </c:pt>
                <c:pt idx="1889">
                  <c:v>-2.9</c:v>
                </c:pt>
                <c:pt idx="1890">
                  <c:v>-4.1</c:v>
                </c:pt>
                <c:pt idx="1891">
                  <c:v>-1.9</c:v>
                </c:pt>
                <c:pt idx="1892">
                  <c:v>-4.1</c:v>
                </c:pt>
                <c:pt idx="1893">
                  <c:v>-1.1</c:v>
                </c:pt>
                <c:pt idx="1894">
                  <c:v>1.4</c:v>
                </c:pt>
                <c:pt idx="1895">
                  <c:v>3.4</c:v>
                </c:pt>
                <c:pt idx="1896">
                  <c:v>5.1</c:v>
                </c:pt>
                <c:pt idx="1897">
                  <c:v>5.4</c:v>
                </c:pt>
                <c:pt idx="1898">
                  <c:v>8</c:v>
                </c:pt>
                <c:pt idx="1899">
                  <c:v>6.2</c:v>
                </c:pt>
                <c:pt idx="1900">
                  <c:v>4.2</c:v>
                </c:pt>
                <c:pt idx="1901">
                  <c:v>4.7</c:v>
                </c:pt>
                <c:pt idx="1902">
                  <c:v>2</c:v>
                </c:pt>
                <c:pt idx="1903">
                  <c:v>2.3</c:v>
                </c:pt>
                <c:pt idx="1904">
                  <c:v>2.3</c:v>
                </c:pt>
                <c:pt idx="1905">
                  <c:v>2.9</c:v>
                </c:pt>
                <c:pt idx="1906">
                  <c:v>5</c:v>
                </c:pt>
                <c:pt idx="1907">
                  <c:v>5.6</c:v>
                </c:pt>
                <c:pt idx="1908">
                  <c:v>5</c:v>
                </c:pt>
                <c:pt idx="1909">
                  <c:v>7.1</c:v>
                </c:pt>
                <c:pt idx="1910">
                  <c:v>8.1</c:v>
                </c:pt>
                <c:pt idx="1911">
                  <c:v>5.6</c:v>
                </c:pt>
                <c:pt idx="1912">
                  <c:v>4.4</c:v>
                </c:pt>
                <c:pt idx="1913">
                  <c:v>4.5</c:v>
                </c:pt>
                <c:pt idx="1914">
                  <c:v>5.4</c:v>
                </c:pt>
                <c:pt idx="1915">
                  <c:v>6.2</c:v>
                </c:pt>
                <c:pt idx="1916">
                  <c:v>4.3</c:v>
                </c:pt>
                <c:pt idx="1917">
                  <c:v>3.9</c:v>
                </c:pt>
                <c:pt idx="1918">
                  <c:v>3.1</c:v>
                </c:pt>
                <c:pt idx="1919">
                  <c:v>3.6</c:v>
                </c:pt>
                <c:pt idx="1920">
                  <c:v>3.6</c:v>
                </c:pt>
                <c:pt idx="1921">
                  <c:v>4.6</c:v>
                </c:pt>
                <c:pt idx="1922">
                  <c:v>3</c:v>
                </c:pt>
                <c:pt idx="1923">
                  <c:v>0.9</c:v>
                </c:pt>
                <c:pt idx="1924">
                  <c:v>0.6</c:v>
                </c:pt>
                <c:pt idx="1925">
                  <c:v>2.7</c:v>
                </c:pt>
                <c:pt idx="1926">
                  <c:v>4.4</c:v>
                </c:pt>
                <c:pt idx="1927">
                  <c:v>5.6</c:v>
                </c:pt>
                <c:pt idx="1928">
                  <c:v>6.7</c:v>
                </c:pt>
                <c:pt idx="1929">
                  <c:v>7.3</c:v>
                </c:pt>
                <c:pt idx="1930">
                  <c:v>7.9</c:v>
                </c:pt>
                <c:pt idx="1931">
                  <c:v>9.2</c:v>
                </c:pt>
                <c:pt idx="1932">
                  <c:v>8.1</c:v>
                </c:pt>
                <c:pt idx="1933">
                  <c:v>4.7</c:v>
                </c:pt>
                <c:pt idx="1934">
                  <c:v>4</c:v>
                </c:pt>
                <c:pt idx="1935">
                  <c:v>4</c:v>
                </c:pt>
                <c:pt idx="1936">
                  <c:v>6.1</c:v>
                </c:pt>
                <c:pt idx="1937">
                  <c:v>6.2</c:v>
                </c:pt>
                <c:pt idx="1938">
                  <c:v>3.5</c:v>
                </c:pt>
                <c:pt idx="1939">
                  <c:v>4.2</c:v>
                </c:pt>
                <c:pt idx="1940">
                  <c:v>3.4</c:v>
                </c:pt>
                <c:pt idx="1941">
                  <c:v>1.8</c:v>
                </c:pt>
                <c:pt idx="1942">
                  <c:v>3.5</c:v>
                </c:pt>
                <c:pt idx="1943">
                  <c:v>2.9</c:v>
                </c:pt>
                <c:pt idx="1944">
                  <c:v>3.3</c:v>
                </c:pt>
                <c:pt idx="1945">
                  <c:v>3.7</c:v>
                </c:pt>
                <c:pt idx="1946">
                  <c:v>7.9</c:v>
                </c:pt>
                <c:pt idx="1947">
                  <c:v>11.6</c:v>
                </c:pt>
                <c:pt idx="1948">
                  <c:v>11.9</c:v>
                </c:pt>
                <c:pt idx="1949">
                  <c:v>11.7</c:v>
                </c:pt>
                <c:pt idx="1950">
                  <c:v>10.1</c:v>
                </c:pt>
                <c:pt idx="1951">
                  <c:v>7.1</c:v>
                </c:pt>
                <c:pt idx="1952">
                  <c:v>7</c:v>
                </c:pt>
                <c:pt idx="1953">
                  <c:v>7.7</c:v>
                </c:pt>
                <c:pt idx="1954">
                  <c:v>7.8</c:v>
                </c:pt>
                <c:pt idx="1955">
                  <c:v>10</c:v>
                </c:pt>
                <c:pt idx="1956">
                  <c:v>11.4</c:v>
                </c:pt>
                <c:pt idx="1957">
                  <c:v>12.9</c:v>
                </c:pt>
                <c:pt idx="1958">
                  <c:v>14.4</c:v>
                </c:pt>
                <c:pt idx="1959">
                  <c:v>12.5</c:v>
                </c:pt>
                <c:pt idx="1960">
                  <c:v>12.3</c:v>
                </c:pt>
                <c:pt idx="1961">
                  <c:v>13</c:v>
                </c:pt>
                <c:pt idx="1962">
                  <c:v>14.8</c:v>
                </c:pt>
                <c:pt idx="1963">
                  <c:v>15.8</c:v>
                </c:pt>
                <c:pt idx="1964">
                  <c:v>19.2</c:v>
                </c:pt>
                <c:pt idx="1965">
                  <c:v>15.8</c:v>
                </c:pt>
                <c:pt idx="1966">
                  <c:v>15.3</c:v>
                </c:pt>
                <c:pt idx="1967">
                  <c:v>14.1</c:v>
                </c:pt>
                <c:pt idx="1968">
                  <c:v>14</c:v>
                </c:pt>
                <c:pt idx="1969">
                  <c:v>14.1</c:v>
                </c:pt>
                <c:pt idx="1970">
                  <c:v>12.9</c:v>
                </c:pt>
                <c:pt idx="1971">
                  <c:v>11.6</c:v>
                </c:pt>
                <c:pt idx="1972">
                  <c:v>8.6</c:v>
                </c:pt>
                <c:pt idx="1973">
                  <c:v>7.4</c:v>
                </c:pt>
                <c:pt idx="1974">
                  <c:v>8.3</c:v>
                </c:pt>
                <c:pt idx="1975">
                  <c:v>9.5</c:v>
                </c:pt>
                <c:pt idx="1976">
                  <c:v>11.3</c:v>
                </c:pt>
                <c:pt idx="1977">
                  <c:v>12.6</c:v>
                </c:pt>
                <c:pt idx="1978">
                  <c:v>13.7</c:v>
                </c:pt>
                <c:pt idx="1979">
                  <c:v>15</c:v>
                </c:pt>
                <c:pt idx="1980">
                  <c:v>16.9</c:v>
                </c:pt>
                <c:pt idx="1981">
                  <c:v>19.6</c:v>
                </c:pt>
                <c:pt idx="1982">
                  <c:v>20.8</c:v>
                </c:pt>
                <c:pt idx="1983">
                  <c:v>17.8</c:v>
                </c:pt>
                <c:pt idx="1984">
                  <c:v>17.9</c:v>
                </c:pt>
                <c:pt idx="1985">
                  <c:v>18.5</c:v>
                </c:pt>
                <c:pt idx="1986">
                  <c:v>16.7</c:v>
                </c:pt>
                <c:pt idx="1987">
                  <c:v>16.6</c:v>
                </c:pt>
                <c:pt idx="1988">
                  <c:v>17.8</c:v>
                </c:pt>
                <c:pt idx="1989">
                  <c:v>16.4</c:v>
                </c:pt>
                <c:pt idx="1990">
                  <c:v>16.1</c:v>
                </c:pt>
                <c:pt idx="1991">
                  <c:v>16.1</c:v>
                </c:pt>
                <c:pt idx="1992">
                  <c:v>15.4</c:v>
                </c:pt>
                <c:pt idx="1993">
                  <c:v>14.3</c:v>
                </c:pt>
                <c:pt idx="1994">
                  <c:v>14.8</c:v>
                </c:pt>
                <c:pt idx="1995">
                  <c:v>15.8</c:v>
                </c:pt>
                <c:pt idx="1996">
                  <c:v>17.6</c:v>
                </c:pt>
                <c:pt idx="1997">
                  <c:v>20</c:v>
                </c:pt>
                <c:pt idx="1998">
                  <c:v>19.1</c:v>
                </c:pt>
                <c:pt idx="1999">
                  <c:v>16.1</c:v>
                </c:pt>
                <c:pt idx="2000">
                  <c:v>13.6</c:v>
                </c:pt>
                <c:pt idx="2001">
                  <c:v>15.1</c:v>
                </c:pt>
                <c:pt idx="2002">
                  <c:v>16.1</c:v>
                </c:pt>
                <c:pt idx="2003">
                  <c:v>17</c:v>
                </c:pt>
                <c:pt idx="2004">
                  <c:v>19.5</c:v>
                </c:pt>
                <c:pt idx="2005">
                  <c:v>19.8</c:v>
                </c:pt>
                <c:pt idx="2006">
                  <c:v>19.8</c:v>
                </c:pt>
                <c:pt idx="2007">
                  <c:v>19.8</c:v>
                </c:pt>
                <c:pt idx="2008">
                  <c:v>17.4</c:v>
                </c:pt>
                <c:pt idx="2009">
                  <c:v>16.7</c:v>
                </c:pt>
                <c:pt idx="2010">
                  <c:v>16.6</c:v>
                </c:pt>
                <c:pt idx="2011">
                  <c:v>15.8</c:v>
                </c:pt>
                <c:pt idx="2012">
                  <c:v>15.2</c:v>
                </c:pt>
                <c:pt idx="2013">
                  <c:v>14.4</c:v>
                </c:pt>
                <c:pt idx="2014">
                  <c:v>15.8</c:v>
                </c:pt>
                <c:pt idx="2015">
                  <c:v>17.4</c:v>
                </c:pt>
                <c:pt idx="2016">
                  <c:v>18.8</c:v>
                </c:pt>
                <c:pt idx="2017">
                  <c:v>21.6</c:v>
                </c:pt>
                <c:pt idx="2018">
                  <c:v>22.2</c:v>
                </c:pt>
                <c:pt idx="2019">
                  <c:v>21.4</c:v>
                </c:pt>
                <c:pt idx="2020">
                  <c:v>17.9</c:v>
                </c:pt>
                <c:pt idx="2021">
                  <c:v>18.3</c:v>
                </c:pt>
                <c:pt idx="2022">
                  <c:v>16.6</c:v>
                </c:pt>
                <c:pt idx="2023">
                  <c:v>18.2</c:v>
                </c:pt>
                <c:pt idx="2024">
                  <c:v>21.1</c:v>
                </c:pt>
                <c:pt idx="2025">
                  <c:v>20.3</c:v>
                </c:pt>
                <c:pt idx="2026">
                  <c:v>15.8</c:v>
                </c:pt>
                <c:pt idx="2027">
                  <c:v>14.1</c:v>
                </c:pt>
                <c:pt idx="2028">
                  <c:v>14.9</c:v>
                </c:pt>
                <c:pt idx="2029">
                  <c:v>15.3</c:v>
                </c:pt>
                <c:pt idx="2030">
                  <c:v>16.4</c:v>
                </c:pt>
                <c:pt idx="2031">
                  <c:v>18</c:v>
                </c:pt>
                <c:pt idx="2032">
                  <c:v>19.7</c:v>
                </c:pt>
                <c:pt idx="2033">
                  <c:v>20.9</c:v>
                </c:pt>
                <c:pt idx="2034">
                  <c:v>18.9</c:v>
                </c:pt>
                <c:pt idx="2035">
                  <c:v>18.4</c:v>
                </c:pt>
                <c:pt idx="2036">
                  <c:v>19</c:v>
                </c:pt>
                <c:pt idx="2037">
                  <c:v>21.2</c:v>
                </c:pt>
                <c:pt idx="2038">
                  <c:v>20.5</c:v>
                </c:pt>
                <c:pt idx="2039">
                  <c:v>17.7</c:v>
                </c:pt>
                <c:pt idx="2040">
                  <c:v>17.2</c:v>
                </c:pt>
                <c:pt idx="2041">
                  <c:v>17.1</c:v>
                </c:pt>
                <c:pt idx="2042">
                  <c:v>18.5</c:v>
                </c:pt>
                <c:pt idx="2043">
                  <c:v>20</c:v>
                </c:pt>
                <c:pt idx="2044">
                  <c:v>18.3</c:v>
                </c:pt>
                <c:pt idx="2045">
                  <c:v>16.2</c:v>
                </c:pt>
                <c:pt idx="2046">
                  <c:v>16.8</c:v>
                </c:pt>
                <c:pt idx="2047">
                  <c:v>18.5</c:v>
                </c:pt>
                <c:pt idx="2048">
                  <c:v>16.7</c:v>
                </c:pt>
                <c:pt idx="2049">
                  <c:v>14.7</c:v>
                </c:pt>
                <c:pt idx="2050">
                  <c:v>13.9</c:v>
                </c:pt>
                <c:pt idx="2051">
                  <c:v>14.5</c:v>
                </c:pt>
                <c:pt idx="2052">
                  <c:v>15.4</c:v>
                </c:pt>
                <c:pt idx="2053">
                  <c:v>17.3</c:v>
                </c:pt>
                <c:pt idx="2054">
                  <c:v>16</c:v>
                </c:pt>
                <c:pt idx="2055">
                  <c:v>15.4</c:v>
                </c:pt>
                <c:pt idx="2056">
                  <c:v>14.3</c:v>
                </c:pt>
                <c:pt idx="2057">
                  <c:v>15.3</c:v>
                </c:pt>
                <c:pt idx="2058">
                  <c:v>15.6</c:v>
                </c:pt>
                <c:pt idx="2059">
                  <c:v>15.7</c:v>
                </c:pt>
                <c:pt idx="2060">
                  <c:v>14.3</c:v>
                </c:pt>
                <c:pt idx="2061">
                  <c:v>14.3</c:v>
                </c:pt>
                <c:pt idx="2062">
                  <c:v>14.1</c:v>
                </c:pt>
                <c:pt idx="2063">
                  <c:v>14.2</c:v>
                </c:pt>
                <c:pt idx="2064">
                  <c:v>14.1</c:v>
                </c:pt>
                <c:pt idx="2065">
                  <c:v>13.9</c:v>
                </c:pt>
                <c:pt idx="2066">
                  <c:v>15.1</c:v>
                </c:pt>
                <c:pt idx="2067">
                  <c:v>14.6</c:v>
                </c:pt>
                <c:pt idx="2068">
                  <c:v>16.3</c:v>
                </c:pt>
                <c:pt idx="2069">
                  <c:v>16.1</c:v>
                </c:pt>
                <c:pt idx="2070">
                  <c:v>15.1</c:v>
                </c:pt>
                <c:pt idx="2071">
                  <c:v>14.7</c:v>
                </c:pt>
                <c:pt idx="2072">
                  <c:v>12.7</c:v>
                </c:pt>
                <c:pt idx="2073">
                  <c:v>12.4</c:v>
                </c:pt>
                <c:pt idx="2074">
                  <c:v>11.7</c:v>
                </c:pt>
                <c:pt idx="2075">
                  <c:v>10.9</c:v>
                </c:pt>
                <c:pt idx="2076">
                  <c:v>13.5</c:v>
                </c:pt>
                <c:pt idx="2077">
                  <c:v>17.1</c:v>
                </c:pt>
                <c:pt idx="2078">
                  <c:v>15</c:v>
                </c:pt>
                <c:pt idx="2079">
                  <c:v>12.8</c:v>
                </c:pt>
                <c:pt idx="2080">
                  <c:v>12.8</c:v>
                </c:pt>
                <c:pt idx="2081">
                  <c:v>13.3</c:v>
                </c:pt>
                <c:pt idx="2082">
                  <c:v>13.2</c:v>
                </c:pt>
                <c:pt idx="2083">
                  <c:v>11.2</c:v>
                </c:pt>
                <c:pt idx="2084">
                  <c:v>12.8</c:v>
                </c:pt>
                <c:pt idx="2085">
                  <c:v>13.7</c:v>
                </c:pt>
                <c:pt idx="2086">
                  <c:v>13.4</c:v>
                </c:pt>
                <c:pt idx="2087">
                  <c:v>13.8</c:v>
                </c:pt>
                <c:pt idx="2088">
                  <c:v>14</c:v>
                </c:pt>
                <c:pt idx="2089">
                  <c:v>11.7</c:v>
                </c:pt>
                <c:pt idx="2090">
                  <c:v>10.7</c:v>
                </c:pt>
                <c:pt idx="2091">
                  <c:v>12.3</c:v>
                </c:pt>
                <c:pt idx="2092">
                  <c:v>13</c:v>
                </c:pt>
                <c:pt idx="2093">
                  <c:v>13.5</c:v>
                </c:pt>
                <c:pt idx="2094">
                  <c:v>12.3</c:v>
                </c:pt>
                <c:pt idx="2095">
                  <c:v>12.6</c:v>
                </c:pt>
                <c:pt idx="2096">
                  <c:v>11</c:v>
                </c:pt>
                <c:pt idx="2097">
                  <c:v>10.7</c:v>
                </c:pt>
              </c:numCache>
            </c:numRef>
          </c:xVal>
          <c:yVal>
            <c:numRef>
              <c:f>Sheet1!$B$2:$B$2099</c:f>
              <c:numCache>
                <c:formatCode>General</c:formatCode>
                <c:ptCount val="2098"/>
                <c:pt idx="0">
                  <c:v>10819</c:v>
                </c:pt>
                <c:pt idx="1">
                  <c:v>11047</c:v>
                </c:pt>
                <c:pt idx="2">
                  <c:v>11229</c:v>
                </c:pt>
                <c:pt idx="3">
                  <c:v>11559</c:v>
                </c:pt>
                <c:pt idx="4">
                  <c:v>11714</c:v>
                </c:pt>
                <c:pt idx="5">
                  <c:v>11770</c:v>
                </c:pt>
                <c:pt idx="6">
                  <c:v>11616</c:v>
                </c:pt>
                <c:pt idx="7">
                  <c:v>11886</c:v>
                </c:pt>
                <c:pt idx="8">
                  <c:v>12173</c:v>
                </c:pt>
                <c:pt idx="9">
                  <c:v>12420</c:v>
                </c:pt>
                <c:pt idx="10">
                  <c:v>13117</c:v>
                </c:pt>
                <c:pt idx="11">
                  <c:v>13315</c:v>
                </c:pt>
                <c:pt idx="12">
                  <c:v>13529</c:v>
                </c:pt>
                <c:pt idx="13">
                  <c:v>13640</c:v>
                </c:pt>
                <c:pt idx="14">
                  <c:v>13706</c:v>
                </c:pt>
                <c:pt idx="15">
                  <c:v>13313</c:v>
                </c:pt>
                <c:pt idx="16">
                  <c:v>13059</c:v>
                </c:pt>
                <c:pt idx="17">
                  <c:v>13253</c:v>
                </c:pt>
                <c:pt idx="18">
                  <c:v>13036</c:v>
                </c:pt>
                <c:pt idx="19">
                  <c:v>13050</c:v>
                </c:pt>
                <c:pt idx="20">
                  <c:v>13272</c:v>
                </c:pt>
                <c:pt idx="21">
                  <c:v>13173</c:v>
                </c:pt>
                <c:pt idx="22">
                  <c:v>12575</c:v>
                </c:pt>
                <c:pt idx="23">
                  <c:v>12140</c:v>
                </c:pt>
                <c:pt idx="24">
                  <c:v>12356</c:v>
                </c:pt>
                <c:pt idx="25">
                  <c:v>12293</c:v>
                </c:pt>
                <c:pt idx="26">
                  <c:v>12316</c:v>
                </c:pt>
                <c:pt idx="27">
                  <c:v>12342</c:v>
                </c:pt>
                <c:pt idx="28">
                  <c:v>12573</c:v>
                </c:pt>
                <c:pt idx="29">
                  <c:v>12160</c:v>
                </c:pt>
                <c:pt idx="30">
                  <c:v>12041</c:v>
                </c:pt>
                <c:pt idx="31">
                  <c:v>12501</c:v>
                </c:pt>
                <c:pt idx="32">
                  <c:v>12613</c:v>
                </c:pt>
                <c:pt idx="33">
                  <c:v>12775</c:v>
                </c:pt>
                <c:pt idx="34">
                  <c:v>12933</c:v>
                </c:pt>
                <c:pt idx="35">
                  <c:v>13214</c:v>
                </c:pt>
                <c:pt idx="36">
                  <c:v>12952</c:v>
                </c:pt>
                <c:pt idx="37">
                  <c:v>12869</c:v>
                </c:pt>
                <c:pt idx="38">
                  <c:v>13289</c:v>
                </c:pt>
                <c:pt idx="39">
                  <c:v>13552</c:v>
                </c:pt>
                <c:pt idx="40">
                  <c:v>13673</c:v>
                </c:pt>
                <c:pt idx="41">
                  <c:v>13625</c:v>
                </c:pt>
                <c:pt idx="42">
                  <c:v>13771</c:v>
                </c:pt>
                <c:pt idx="43">
                  <c:v>13418</c:v>
                </c:pt>
                <c:pt idx="44">
                  <c:v>13047</c:v>
                </c:pt>
                <c:pt idx="45">
                  <c:v>13576</c:v>
                </c:pt>
                <c:pt idx="46">
                  <c:v>13453</c:v>
                </c:pt>
                <c:pt idx="47">
                  <c:v>13573</c:v>
                </c:pt>
                <c:pt idx="48">
                  <c:v>13771</c:v>
                </c:pt>
                <c:pt idx="49">
                  <c:v>13747</c:v>
                </c:pt>
                <c:pt idx="50">
                  <c:v>13528</c:v>
                </c:pt>
                <c:pt idx="51">
                  <c:v>12969</c:v>
                </c:pt>
                <c:pt idx="52">
                  <c:v>13101</c:v>
                </c:pt>
                <c:pt idx="53">
                  <c:v>13206</c:v>
                </c:pt>
                <c:pt idx="54">
                  <c:v>13380</c:v>
                </c:pt>
                <c:pt idx="55">
                  <c:v>12826</c:v>
                </c:pt>
                <c:pt idx="56">
                  <c:v>12552</c:v>
                </c:pt>
                <c:pt idx="57">
                  <c:v>12053</c:v>
                </c:pt>
                <c:pt idx="58">
                  <c:v>11824</c:v>
                </c:pt>
                <c:pt idx="59">
                  <c:v>12014</c:v>
                </c:pt>
                <c:pt idx="60">
                  <c:v>11876</c:v>
                </c:pt>
                <c:pt idx="61">
                  <c:v>11981</c:v>
                </c:pt>
                <c:pt idx="62">
                  <c:v>12081</c:v>
                </c:pt>
                <c:pt idx="63">
                  <c:v>12312</c:v>
                </c:pt>
                <c:pt idx="64">
                  <c:v>12205</c:v>
                </c:pt>
                <c:pt idx="65">
                  <c:v>12055</c:v>
                </c:pt>
                <c:pt idx="66">
                  <c:v>12047</c:v>
                </c:pt>
                <c:pt idx="67">
                  <c:v>12903</c:v>
                </c:pt>
                <c:pt idx="68">
                  <c:v>13147</c:v>
                </c:pt>
                <c:pt idx="69">
                  <c:v>13071</c:v>
                </c:pt>
                <c:pt idx="70">
                  <c:v>12845</c:v>
                </c:pt>
                <c:pt idx="71">
                  <c:v>12166</c:v>
                </c:pt>
                <c:pt idx="72">
                  <c:v>11661</c:v>
                </c:pt>
                <c:pt idx="73">
                  <c:v>11979</c:v>
                </c:pt>
                <c:pt idx="74">
                  <c:v>11910</c:v>
                </c:pt>
                <c:pt idx="75">
                  <c:v>11958</c:v>
                </c:pt>
                <c:pt idx="76">
                  <c:v>12069</c:v>
                </c:pt>
                <c:pt idx="77">
                  <c:v>12248</c:v>
                </c:pt>
                <c:pt idx="78">
                  <c:v>12065</c:v>
                </c:pt>
                <c:pt idx="79">
                  <c:v>11724</c:v>
                </c:pt>
                <c:pt idx="80">
                  <c:v>11942</c:v>
                </c:pt>
                <c:pt idx="81">
                  <c:v>11895</c:v>
                </c:pt>
                <c:pt idx="82">
                  <c:v>11626</c:v>
                </c:pt>
                <c:pt idx="83">
                  <c:v>11546</c:v>
                </c:pt>
                <c:pt idx="84">
                  <c:v>11594</c:v>
                </c:pt>
                <c:pt idx="85">
                  <c:v>11183</c:v>
                </c:pt>
                <c:pt idx="86">
                  <c:v>10897</c:v>
                </c:pt>
                <c:pt idx="87">
                  <c:v>11180</c:v>
                </c:pt>
                <c:pt idx="88">
                  <c:v>11273</c:v>
                </c:pt>
                <c:pt idx="89">
                  <c:v>11241</c:v>
                </c:pt>
                <c:pt idx="90">
                  <c:v>11113</c:v>
                </c:pt>
                <c:pt idx="91">
                  <c:v>11122</c:v>
                </c:pt>
                <c:pt idx="92">
                  <c:v>10954</c:v>
                </c:pt>
                <c:pt idx="93">
                  <c:v>10806</c:v>
                </c:pt>
                <c:pt idx="94">
                  <c:v>11205</c:v>
                </c:pt>
                <c:pt idx="95">
                  <c:v>11265</c:v>
                </c:pt>
                <c:pt idx="96">
                  <c:v>11216</c:v>
                </c:pt>
                <c:pt idx="97">
                  <c:v>11245</c:v>
                </c:pt>
                <c:pt idx="98">
                  <c:v>11253</c:v>
                </c:pt>
                <c:pt idx="99">
                  <c:v>10940</c:v>
                </c:pt>
                <c:pt idx="100">
                  <c:v>10675</c:v>
                </c:pt>
                <c:pt idx="101">
                  <c:v>10798</c:v>
                </c:pt>
                <c:pt idx="102">
                  <c:v>10723</c:v>
                </c:pt>
                <c:pt idx="103">
                  <c:v>10859</c:v>
                </c:pt>
                <c:pt idx="104">
                  <c:v>10867</c:v>
                </c:pt>
                <c:pt idx="105">
                  <c:v>10876</c:v>
                </c:pt>
                <c:pt idx="106">
                  <c:v>10507</c:v>
                </c:pt>
                <c:pt idx="107">
                  <c:v>10300</c:v>
                </c:pt>
                <c:pt idx="108">
                  <c:v>10587</c:v>
                </c:pt>
                <c:pt idx="109">
                  <c:v>10562</c:v>
                </c:pt>
                <c:pt idx="110">
                  <c:v>10724</c:v>
                </c:pt>
                <c:pt idx="111">
                  <c:v>10612</c:v>
                </c:pt>
                <c:pt idx="112">
                  <c:v>10601</c:v>
                </c:pt>
                <c:pt idx="113">
                  <c:v>10422</c:v>
                </c:pt>
                <c:pt idx="114">
                  <c:v>10377</c:v>
                </c:pt>
                <c:pt idx="115">
                  <c:v>10953</c:v>
                </c:pt>
                <c:pt idx="116">
                  <c:v>10985</c:v>
                </c:pt>
                <c:pt idx="117">
                  <c:v>10951</c:v>
                </c:pt>
                <c:pt idx="118">
                  <c:v>10882</c:v>
                </c:pt>
                <c:pt idx="119">
                  <c:v>10757</c:v>
                </c:pt>
                <c:pt idx="120">
                  <c:v>10412</c:v>
                </c:pt>
                <c:pt idx="121">
                  <c:v>10203</c:v>
                </c:pt>
                <c:pt idx="122">
                  <c:v>10594</c:v>
                </c:pt>
                <c:pt idx="123">
                  <c:v>10898</c:v>
                </c:pt>
                <c:pt idx="124">
                  <c:v>10773</c:v>
                </c:pt>
                <c:pt idx="125">
                  <c:v>10805</c:v>
                </c:pt>
                <c:pt idx="126">
                  <c:v>10729</c:v>
                </c:pt>
                <c:pt idx="127">
                  <c:v>10610</c:v>
                </c:pt>
                <c:pt idx="128">
                  <c:v>10198</c:v>
                </c:pt>
                <c:pt idx="129">
                  <c:v>10235</c:v>
                </c:pt>
                <c:pt idx="130">
                  <c:v>10271</c:v>
                </c:pt>
                <c:pt idx="131">
                  <c:v>10024</c:v>
                </c:pt>
                <c:pt idx="132">
                  <c:v>9834</c:v>
                </c:pt>
                <c:pt idx="133">
                  <c:v>9794</c:v>
                </c:pt>
                <c:pt idx="134">
                  <c:v>9496</c:v>
                </c:pt>
                <c:pt idx="135">
                  <c:v>9335</c:v>
                </c:pt>
                <c:pt idx="136">
                  <c:v>9623</c:v>
                </c:pt>
                <c:pt idx="137">
                  <c:v>9623</c:v>
                </c:pt>
                <c:pt idx="138">
                  <c:v>9612</c:v>
                </c:pt>
                <c:pt idx="139">
                  <c:v>9611</c:v>
                </c:pt>
                <c:pt idx="140">
                  <c:v>9742</c:v>
                </c:pt>
                <c:pt idx="141">
                  <c:v>9381</c:v>
                </c:pt>
                <c:pt idx="142">
                  <c:v>9423</c:v>
                </c:pt>
                <c:pt idx="143">
                  <c:v>9745</c:v>
                </c:pt>
                <c:pt idx="144">
                  <c:v>9740</c:v>
                </c:pt>
                <c:pt idx="145">
                  <c:v>9976</c:v>
                </c:pt>
                <c:pt idx="146">
                  <c:v>9901</c:v>
                </c:pt>
                <c:pt idx="147">
                  <c:v>9822</c:v>
                </c:pt>
                <c:pt idx="148">
                  <c:v>9524</c:v>
                </c:pt>
                <c:pt idx="149">
                  <c:v>9386</c:v>
                </c:pt>
                <c:pt idx="150">
                  <c:v>9619</c:v>
                </c:pt>
                <c:pt idx="151">
                  <c:v>9423</c:v>
                </c:pt>
                <c:pt idx="152">
                  <c:v>9270</c:v>
                </c:pt>
                <c:pt idx="153">
                  <c:v>9113</c:v>
                </c:pt>
                <c:pt idx="154">
                  <c:v>9027</c:v>
                </c:pt>
                <c:pt idx="155">
                  <c:v>8750</c:v>
                </c:pt>
                <c:pt idx="156">
                  <c:v>8690</c:v>
                </c:pt>
                <c:pt idx="157">
                  <c:v>9042</c:v>
                </c:pt>
                <c:pt idx="158">
                  <c:v>9029</c:v>
                </c:pt>
                <c:pt idx="159">
                  <c:v>9060</c:v>
                </c:pt>
                <c:pt idx="160">
                  <c:v>9081</c:v>
                </c:pt>
                <c:pt idx="161">
                  <c:v>9057</c:v>
                </c:pt>
                <c:pt idx="162">
                  <c:v>8717</c:v>
                </c:pt>
                <c:pt idx="163">
                  <c:v>8628</c:v>
                </c:pt>
                <c:pt idx="164">
                  <c:v>8742</c:v>
                </c:pt>
                <c:pt idx="165">
                  <c:v>9016</c:v>
                </c:pt>
                <c:pt idx="166">
                  <c:v>9034</c:v>
                </c:pt>
                <c:pt idx="167">
                  <c:v>9033</c:v>
                </c:pt>
                <c:pt idx="168">
                  <c:v>9160</c:v>
                </c:pt>
                <c:pt idx="169">
                  <c:v>8933</c:v>
                </c:pt>
                <c:pt idx="170">
                  <c:v>8982</c:v>
                </c:pt>
                <c:pt idx="171">
                  <c:v>9541</c:v>
                </c:pt>
                <c:pt idx="172">
                  <c:v>9564</c:v>
                </c:pt>
                <c:pt idx="173">
                  <c:v>9668</c:v>
                </c:pt>
                <c:pt idx="174">
                  <c:v>9665</c:v>
                </c:pt>
                <c:pt idx="175">
                  <c:v>9567</c:v>
                </c:pt>
                <c:pt idx="176">
                  <c:v>9159</c:v>
                </c:pt>
                <c:pt idx="177">
                  <c:v>9064</c:v>
                </c:pt>
                <c:pt idx="178">
                  <c:v>9377</c:v>
                </c:pt>
                <c:pt idx="179">
                  <c:v>9351</c:v>
                </c:pt>
                <c:pt idx="180">
                  <c:v>9394</c:v>
                </c:pt>
                <c:pt idx="181">
                  <c:v>9259</c:v>
                </c:pt>
                <c:pt idx="182">
                  <c:v>9105</c:v>
                </c:pt>
                <c:pt idx="183">
                  <c:v>8668</c:v>
                </c:pt>
                <c:pt idx="184">
                  <c:v>8575</c:v>
                </c:pt>
                <c:pt idx="185">
                  <c:v>8896</c:v>
                </c:pt>
                <c:pt idx="186">
                  <c:v>8916</c:v>
                </c:pt>
                <c:pt idx="187">
                  <c:v>8969</c:v>
                </c:pt>
                <c:pt idx="188">
                  <c:v>9136</c:v>
                </c:pt>
                <c:pt idx="189">
                  <c:v>9239</c:v>
                </c:pt>
                <c:pt idx="190">
                  <c:v>8950</c:v>
                </c:pt>
                <c:pt idx="191">
                  <c:v>8831</c:v>
                </c:pt>
                <c:pt idx="192">
                  <c:v>9282</c:v>
                </c:pt>
                <c:pt idx="193">
                  <c:v>9239</c:v>
                </c:pt>
                <c:pt idx="194">
                  <c:v>9340</c:v>
                </c:pt>
                <c:pt idx="195">
                  <c:v>9427</c:v>
                </c:pt>
                <c:pt idx="196">
                  <c:v>9428</c:v>
                </c:pt>
                <c:pt idx="197">
                  <c:v>8887</c:v>
                </c:pt>
                <c:pt idx="198">
                  <c:v>8734</c:v>
                </c:pt>
                <c:pt idx="199">
                  <c:v>9047</c:v>
                </c:pt>
                <c:pt idx="200">
                  <c:v>8994</c:v>
                </c:pt>
                <c:pt idx="201">
                  <c:v>8897</c:v>
                </c:pt>
                <c:pt idx="202">
                  <c:v>8997</c:v>
                </c:pt>
                <c:pt idx="203">
                  <c:v>9000</c:v>
                </c:pt>
                <c:pt idx="204">
                  <c:v>8724</c:v>
                </c:pt>
                <c:pt idx="205">
                  <c:v>8685</c:v>
                </c:pt>
                <c:pt idx="206">
                  <c:v>9142</c:v>
                </c:pt>
                <c:pt idx="207">
                  <c:v>9230</c:v>
                </c:pt>
                <c:pt idx="208">
                  <c:v>9249</c:v>
                </c:pt>
                <c:pt idx="209">
                  <c:v>9274</c:v>
                </c:pt>
                <c:pt idx="210">
                  <c:v>9225</c:v>
                </c:pt>
                <c:pt idx="211">
                  <c:v>8899</c:v>
                </c:pt>
                <c:pt idx="212">
                  <c:v>8842</c:v>
                </c:pt>
                <c:pt idx="213">
                  <c:v>9239</c:v>
                </c:pt>
                <c:pt idx="214">
                  <c:v>9222</c:v>
                </c:pt>
                <c:pt idx="215">
                  <c:v>9226</c:v>
                </c:pt>
                <c:pt idx="216">
                  <c:v>9211</c:v>
                </c:pt>
                <c:pt idx="217">
                  <c:v>9156</c:v>
                </c:pt>
                <c:pt idx="218">
                  <c:v>9026</c:v>
                </c:pt>
                <c:pt idx="219">
                  <c:v>8872</c:v>
                </c:pt>
                <c:pt idx="220">
                  <c:v>9167</c:v>
                </c:pt>
                <c:pt idx="221">
                  <c:v>9153</c:v>
                </c:pt>
                <c:pt idx="222">
                  <c:v>9252</c:v>
                </c:pt>
                <c:pt idx="223">
                  <c:v>9261</c:v>
                </c:pt>
                <c:pt idx="224">
                  <c:v>9267</c:v>
                </c:pt>
                <c:pt idx="225">
                  <c:v>9002</c:v>
                </c:pt>
                <c:pt idx="226">
                  <c:v>8911</c:v>
                </c:pt>
                <c:pt idx="227">
                  <c:v>9253</c:v>
                </c:pt>
                <c:pt idx="228">
                  <c:v>9271</c:v>
                </c:pt>
                <c:pt idx="229">
                  <c:v>9297</c:v>
                </c:pt>
                <c:pt idx="230">
                  <c:v>9384</c:v>
                </c:pt>
                <c:pt idx="231">
                  <c:v>9444</c:v>
                </c:pt>
                <c:pt idx="232">
                  <c:v>9260</c:v>
                </c:pt>
                <c:pt idx="233">
                  <c:v>9231</c:v>
                </c:pt>
                <c:pt idx="234">
                  <c:v>9669</c:v>
                </c:pt>
                <c:pt idx="235">
                  <c:v>9775</c:v>
                </c:pt>
                <c:pt idx="236">
                  <c:v>9833</c:v>
                </c:pt>
                <c:pt idx="237">
                  <c:v>9871</c:v>
                </c:pt>
                <c:pt idx="238">
                  <c:v>9928</c:v>
                </c:pt>
                <c:pt idx="239">
                  <c:v>9568</c:v>
                </c:pt>
                <c:pt idx="240">
                  <c:v>9482</c:v>
                </c:pt>
                <c:pt idx="241">
                  <c:v>9797</c:v>
                </c:pt>
                <c:pt idx="242">
                  <c:v>9948</c:v>
                </c:pt>
                <c:pt idx="243">
                  <c:v>9994</c:v>
                </c:pt>
                <c:pt idx="244">
                  <c:v>10109</c:v>
                </c:pt>
                <c:pt idx="245">
                  <c:v>10285</c:v>
                </c:pt>
                <c:pt idx="246">
                  <c:v>10121</c:v>
                </c:pt>
                <c:pt idx="247">
                  <c:v>10046</c:v>
                </c:pt>
                <c:pt idx="248">
                  <c:v>10417</c:v>
                </c:pt>
                <c:pt idx="249">
                  <c:v>10350</c:v>
                </c:pt>
                <c:pt idx="250">
                  <c:v>10261</c:v>
                </c:pt>
                <c:pt idx="251">
                  <c:v>10139</c:v>
                </c:pt>
                <c:pt idx="252">
                  <c:v>10110</c:v>
                </c:pt>
                <c:pt idx="253">
                  <c:v>9868</c:v>
                </c:pt>
                <c:pt idx="254">
                  <c:v>9778</c:v>
                </c:pt>
                <c:pt idx="255">
                  <c:v>10263</c:v>
                </c:pt>
                <c:pt idx="256">
                  <c:v>10586</c:v>
                </c:pt>
                <c:pt idx="257">
                  <c:v>10770</c:v>
                </c:pt>
                <c:pt idx="258">
                  <c:v>10860</c:v>
                </c:pt>
                <c:pt idx="259">
                  <c:v>10851</c:v>
                </c:pt>
                <c:pt idx="260">
                  <c:v>10596</c:v>
                </c:pt>
                <c:pt idx="261">
                  <c:v>10472</c:v>
                </c:pt>
                <c:pt idx="262">
                  <c:v>10923</c:v>
                </c:pt>
                <c:pt idx="263">
                  <c:v>10996</c:v>
                </c:pt>
                <c:pt idx="264">
                  <c:v>10952</c:v>
                </c:pt>
                <c:pt idx="265">
                  <c:v>11025</c:v>
                </c:pt>
                <c:pt idx="266">
                  <c:v>10970</c:v>
                </c:pt>
                <c:pt idx="267">
                  <c:v>10715</c:v>
                </c:pt>
                <c:pt idx="268">
                  <c:v>10492</c:v>
                </c:pt>
                <c:pt idx="269">
                  <c:v>10694</c:v>
                </c:pt>
                <c:pt idx="270">
                  <c:v>10785</c:v>
                </c:pt>
                <c:pt idx="271">
                  <c:v>10761</c:v>
                </c:pt>
                <c:pt idx="272">
                  <c:v>10716</c:v>
                </c:pt>
                <c:pt idx="273">
                  <c:v>10709</c:v>
                </c:pt>
                <c:pt idx="274">
                  <c:v>10396</c:v>
                </c:pt>
                <c:pt idx="275">
                  <c:v>10319</c:v>
                </c:pt>
                <c:pt idx="276">
                  <c:v>10659</c:v>
                </c:pt>
                <c:pt idx="277">
                  <c:v>10770</c:v>
                </c:pt>
                <c:pt idx="278">
                  <c:v>10732</c:v>
                </c:pt>
                <c:pt idx="279">
                  <c:v>10769</c:v>
                </c:pt>
                <c:pt idx="280">
                  <c:v>10874</c:v>
                </c:pt>
                <c:pt idx="281">
                  <c:v>10637</c:v>
                </c:pt>
                <c:pt idx="282">
                  <c:v>10467</c:v>
                </c:pt>
                <c:pt idx="283">
                  <c:v>10848</c:v>
                </c:pt>
                <c:pt idx="284">
                  <c:v>10860</c:v>
                </c:pt>
                <c:pt idx="285">
                  <c:v>11011</c:v>
                </c:pt>
                <c:pt idx="286">
                  <c:v>11050</c:v>
                </c:pt>
                <c:pt idx="287">
                  <c:v>11150</c:v>
                </c:pt>
                <c:pt idx="288">
                  <c:v>10871</c:v>
                </c:pt>
                <c:pt idx="289">
                  <c:v>10794</c:v>
                </c:pt>
                <c:pt idx="290">
                  <c:v>11276</c:v>
                </c:pt>
                <c:pt idx="291">
                  <c:v>11436</c:v>
                </c:pt>
                <c:pt idx="292">
                  <c:v>11594</c:v>
                </c:pt>
                <c:pt idx="293">
                  <c:v>11374</c:v>
                </c:pt>
                <c:pt idx="294">
                  <c:v>11288</c:v>
                </c:pt>
                <c:pt idx="295">
                  <c:v>11124</c:v>
                </c:pt>
                <c:pt idx="296">
                  <c:v>11156</c:v>
                </c:pt>
                <c:pt idx="297">
                  <c:v>11656</c:v>
                </c:pt>
                <c:pt idx="298">
                  <c:v>11575</c:v>
                </c:pt>
                <c:pt idx="299">
                  <c:v>11596</c:v>
                </c:pt>
                <c:pt idx="300">
                  <c:v>11548</c:v>
                </c:pt>
                <c:pt idx="301">
                  <c:v>11430</c:v>
                </c:pt>
                <c:pt idx="302">
                  <c:v>11065</c:v>
                </c:pt>
                <c:pt idx="303">
                  <c:v>10942</c:v>
                </c:pt>
                <c:pt idx="304">
                  <c:v>11192</c:v>
                </c:pt>
                <c:pt idx="305">
                  <c:v>11345</c:v>
                </c:pt>
                <c:pt idx="306">
                  <c:v>11396</c:v>
                </c:pt>
                <c:pt idx="307">
                  <c:v>11172</c:v>
                </c:pt>
                <c:pt idx="308">
                  <c:v>11197</c:v>
                </c:pt>
                <c:pt idx="309">
                  <c:v>11135</c:v>
                </c:pt>
                <c:pt idx="310">
                  <c:v>11162</c:v>
                </c:pt>
                <c:pt idx="311">
                  <c:v>11881</c:v>
                </c:pt>
                <c:pt idx="312">
                  <c:v>12020</c:v>
                </c:pt>
                <c:pt idx="313">
                  <c:v>12101</c:v>
                </c:pt>
                <c:pt idx="314">
                  <c:v>11802</c:v>
                </c:pt>
                <c:pt idx="315">
                  <c:v>11847</c:v>
                </c:pt>
                <c:pt idx="316">
                  <c:v>11694</c:v>
                </c:pt>
                <c:pt idx="317">
                  <c:v>11593</c:v>
                </c:pt>
                <c:pt idx="318">
                  <c:v>12147</c:v>
                </c:pt>
                <c:pt idx="319">
                  <c:v>12249</c:v>
                </c:pt>
                <c:pt idx="320">
                  <c:v>12245</c:v>
                </c:pt>
                <c:pt idx="321">
                  <c:v>12307</c:v>
                </c:pt>
                <c:pt idx="322">
                  <c:v>12229</c:v>
                </c:pt>
                <c:pt idx="323">
                  <c:v>11838</c:v>
                </c:pt>
                <c:pt idx="324">
                  <c:v>11727</c:v>
                </c:pt>
                <c:pt idx="325">
                  <c:v>12362</c:v>
                </c:pt>
                <c:pt idx="326">
                  <c:v>12576</c:v>
                </c:pt>
                <c:pt idx="327">
                  <c:v>12681</c:v>
                </c:pt>
                <c:pt idx="328">
                  <c:v>12636</c:v>
                </c:pt>
                <c:pt idx="329">
                  <c:v>12634</c:v>
                </c:pt>
                <c:pt idx="330">
                  <c:v>12594</c:v>
                </c:pt>
                <c:pt idx="331">
                  <c:v>12654</c:v>
                </c:pt>
                <c:pt idx="332">
                  <c:v>13199</c:v>
                </c:pt>
                <c:pt idx="333">
                  <c:v>13317</c:v>
                </c:pt>
                <c:pt idx="334">
                  <c:v>13102</c:v>
                </c:pt>
                <c:pt idx="335">
                  <c:v>13173</c:v>
                </c:pt>
                <c:pt idx="336">
                  <c:v>13408</c:v>
                </c:pt>
                <c:pt idx="337">
                  <c:v>13194</c:v>
                </c:pt>
                <c:pt idx="338">
                  <c:v>13287</c:v>
                </c:pt>
                <c:pt idx="339">
                  <c:v>14025</c:v>
                </c:pt>
                <c:pt idx="340">
                  <c:v>14085</c:v>
                </c:pt>
                <c:pt idx="341">
                  <c:v>14151</c:v>
                </c:pt>
                <c:pt idx="342">
                  <c:v>14174</c:v>
                </c:pt>
                <c:pt idx="343">
                  <c:v>14308</c:v>
                </c:pt>
                <c:pt idx="344">
                  <c:v>13626</c:v>
                </c:pt>
                <c:pt idx="345">
                  <c:v>13188</c:v>
                </c:pt>
                <c:pt idx="346">
                  <c:v>13374</c:v>
                </c:pt>
                <c:pt idx="347">
                  <c:v>13240</c:v>
                </c:pt>
                <c:pt idx="348">
                  <c:v>13139</c:v>
                </c:pt>
                <c:pt idx="349">
                  <c:v>12949</c:v>
                </c:pt>
                <c:pt idx="350">
                  <c:v>12943</c:v>
                </c:pt>
                <c:pt idx="351">
                  <c:v>12797</c:v>
                </c:pt>
                <c:pt idx="352">
                  <c:v>12756</c:v>
                </c:pt>
                <c:pt idx="353">
                  <c:v>13527</c:v>
                </c:pt>
                <c:pt idx="354">
                  <c:v>13982</c:v>
                </c:pt>
                <c:pt idx="355">
                  <c:v>14071</c:v>
                </c:pt>
                <c:pt idx="356">
                  <c:v>13904</c:v>
                </c:pt>
                <c:pt idx="357">
                  <c:v>13775</c:v>
                </c:pt>
                <c:pt idx="358">
                  <c:v>13569</c:v>
                </c:pt>
                <c:pt idx="359">
                  <c:v>13594</c:v>
                </c:pt>
                <c:pt idx="360">
                  <c:v>14010</c:v>
                </c:pt>
                <c:pt idx="361">
                  <c:v>14075</c:v>
                </c:pt>
                <c:pt idx="362">
                  <c:v>13804</c:v>
                </c:pt>
                <c:pt idx="363">
                  <c:v>13464</c:v>
                </c:pt>
                <c:pt idx="364">
                  <c:v>12738</c:v>
                </c:pt>
                <c:pt idx="365">
                  <c:v>11701</c:v>
                </c:pt>
                <c:pt idx="366">
                  <c:v>12176</c:v>
                </c:pt>
                <c:pt idx="367">
                  <c:v>12603</c:v>
                </c:pt>
                <c:pt idx="368">
                  <c:v>12824</c:v>
                </c:pt>
                <c:pt idx="369">
                  <c:v>12642</c:v>
                </c:pt>
                <c:pt idx="370">
                  <c:v>12625</c:v>
                </c:pt>
                <c:pt idx="371">
                  <c:v>12660</c:v>
                </c:pt>
                <c:pt idx="372">
                  <c:v>13022</c:v>
                </c:pt>
                <c:pt idx="373">
                  <c:v>12882</c:v>
                </c:pt>
                <c:pt idx="374">
                  <c:v>13408</c:v>
                </c:pt>
                <c:pt idx="375">
                  <c:v>13824</c:v>
                </c:pt>
                <c:pt idx="376">
                  <c:v>13941</c:v>
                </c:pt>
                <c:pt idx="377">
                  <c:v>13310</c:v>
                </c:pt>
                <c:pt idx="378">
                  <c:v>12946</c:v>
                </c:pt>
                <c:pt idx="379">
                  <c:v>12662</c:v>
                </c:pt>
                <c:pt idx="380">
                  <c:v>12607</c:v>
                </c:pt>
                <c:pt idx="381">
                  <c:v>12973</c:v>
                </c:pt>
                <c:pt idx="382">
                  <c:v>13091</c:v>
                </c:pt>
                <c:pt idx="383">
                  <c:v>12951</c:v>
                </c:pt>
                <c:pt idx="384">
                  <c:v>12796</c:v>
                </c:pt>
                <c:pt idx="385">
                  <c:v>12815</c:v>
                </c:pt>
                <c:pt idx="386">
                  <c:v>12713</c:v>
                </c:pt>
                <c:pt idx="387">
                  <c:v>12654</c:v>
                </c:pt>
                <c:pt idx="388">
                  <c:v>12955</c:v>
                </c:pt>
                <c:pt idx="389">
                  <c:v>12913</c:v>
                </c:pt>
                <c:pt idx="390">
                  <c:v>13167</c:v>
                </c:pt>
                <c:pt idx="391">
                  <c:v>13217</c:v>
                </c:pt>
                <c:pt idx="392">
                  <c:v>13138</c:v>
                </c:pt>
                <c:pt idx="393">
                  <c:v>12687</c:v>
                </c:pt>
                <c:pt idx="394">
                  <c:v>12592</c:v>
                </c:pt>
                <c:pt idx="395">
                  <c:v>13025</c:v>
                </c:pt>
                <c:pt idx="396">
                  <c:v>13131</c:v>
                </c:pt>
                <c:pt idx="397">
                  <c:v>13086</c:v>
                </c:pt>
                <c:pt idx="398">
                  <c:v>13228</c:v>
                </c:pt>
                <c:pt idx="399">
                  <c:v>13471</c:v>
                </c:pt>
                <c:pt idx="400">
                  <c:v>13029</c:v>
                </c:pt>
                <c:pt idx="401">
                  <c:v>12649</c:v>
                </c:pt>
                <c:pt idx="402">
                  <c:v>12920</c:v>
                </c:pt>
                <c:pt idx="403">
                  <c:v>12818</c:v>
                </c:pt>
                <c:pt idx="404">
                  <c:v>12703</c:v>
                </c:pt>
                <c:pt idx="405">
                  <c:v>12605</c:v>
                </c:pt>
                <c:pt idx="406">
                  <c:v>12637</c:v>
                </c:pt>
                <c:pt idx="407">
                  <c:v>12446</c:v>
                </c:pt>
                <c:pt idx="408">
                  <c:v>12308</c:v>
                </c:pt>
                <c:pt idx="409">
                  <c:v>12707</c:v>
                </c:pt>
                <c:pt idx="410">
                  <c:v>12567</c:v>
                </c:pt>
                <c:pt idx="411">
                  <c:v>12567</c:v>
                </c:pt>
                <c:pt idx="412">
                  <c:v>12687</c:v>
                </c:pt>
                <c:pt idx="413">
                  <c:v>12568</c:v>
                </c:pt>
                <c:pt idx="414">
                  <c:v>12169</c:v>
                </c:pt>
                <c:pt idx="415">
                  <c:v>12136</c:v>
                </c:pt>
                <c:pt idx="416">
                  <c:v>12619</c:v>
                </c:pt>
                <c:pt idx="417">
                  <c:v>12722</c:v>
                </c:pt>
                <c:pt idx="418">
                  <c:v>12397</c:v>
                </c:pt>
                <c:pt idx="419">
                  <c:v>12694</c:v>
                </c:pt>
                <c:pt idx="420">
                  <c:v>12577</c:v>
                </c:pt>
                <c:pt idx="421">
                  <c:v>12242</c:v>
                </c:pt>
                <c:pt idx="422">
                  <c:v>12175</c:v>
                </c:pt>
                <c:pt idx="423">
                  <c:v>12523</c:v>
                </c:pt>
                <c:pt idx="424">
                  <c:v>12448</c:v>
                </c:pt>
                <c:pt idx="425">
                  <c:v>12289</c:v>
                </c:pt>
                <c:pt idx="426">
                  <c:v>12381</c:v>
                </c:pt>
                <c:pt idx="427">
                  <c:v>12448</c:v>
                </c:pt>
                <c:pt idx="428">
                  <c:v>12594</c:v>
                </c:pt>
                <c:pt idx="429">
                  <c:v>12287</c:v>
                </c:pt>
                <c:pt idx="430">
                  <c:v>12439</c:v>
                </c:pt>
                <c:pt idx="431">
                  <c:v>12432</c:v>
                </c:pt>
                <c:pt idx="432">
                  <c:v>12850</c:v>
                </c:pt>
                <c:pt idx="433">
                  <c:v>12851</c:v>
                </c:pt>
                <c:pt idx="434">
                  <c:v>12688</c:v>
                </c:pt>
                <c:pt idx="435">
                  <c:v>12055</c:v>
                </c:pt>
                <c:pt idx="436">
                  <c:v>11780</c:v>
                </c:pt>
                <c:pt idx="437">
                  <c:v>12104</c:v>
                </c:pt>
                <c:pt idx="438">
                  <c:v>12042</c:v>
                </c:pt>
                <c:pt idx="439">
                  <c:v>12009</c:v>
                </c:pt>
                <c:pt idx="440">
                  <c:v>11959</c:v>
                </c:pt>
                <c:pt idx="441">
                  <c:v>11865</c:v>
                </c:pt>
                <c:pt idx="442">
                  <c:v>11625</c:v>
                </c:pt>
                <c:pt idx="443">
                  <c:v>11385</c:v>
                </c:pt>
                <c:pt idx="444">
                  <c:v>11606</c:v>
                </c:pt>
                <c:pt idx="445">
                  <c:v>11605</c:v>
                </c:pt>
                <c:pt idx="446">
                  <c:v>11672</c:v>
                </c:pt>
                <c:pt idx="447">
                  <c:v>11738</c:v>
                </c:pt>
                <c:pt idx="448">
                  <c:v>11754</c:v>
                </c:pt>
                <c:pt idx="449">
                  <c:v>11640</c:v>
                </c:pt>
                <c:pt idx="450">
                  <c:v>11567</c:v>
                </c:pt>
                <c:pt idx="451">
                  <c:v>12159</c:v>
                </c:pt>
                <c:pt idx="452">
                  <c:v>12149</c:v>
                </c:pt>
                <c:pt idx="453">
                  <c:v>12232</c:v>
                </c:pt>
                <c:pt idx="454">
                  <c:v>12177</c:v>
                </c:pt>
                <c:pt idx="455">
                  <c:v>12059</c:v>
                </c:pt>
                <c:pt idx="456">
                  <c:v>11757</c:v>
                </c:pt>
                <c:pt idx="457">
                  <c:v>11588</c:v>
                </c:pt>
                <c:pt idx="458">
                  <c:v>11866</c:v>
                </c:pt>
                <c:pt idx="459">
                  <c:v>12000</c:v>
                </c:pt>
                <c:pt idx="460">
                  <c:v>11924</c:v>
                </c:pt>
                <c:pt idx="461">
                  <c:v>11991</c:v>
                </c:pt>
                <c:pt idx="462">
                  <c:v>11732</c:v>
                </c:pt>
                <c:pt idx="463">
                  <c:v>11351</c:v>
                </c:pt>
                <c:pt idx="464">
                  <c:v>11238</c:v>
                </c:pt>
                <c:pt idx="465">
                  <c:v>11440</c:v>
                </c:pt>
                <c:pt idx="466">
                  <c:v>11405</c:v>
                </c:pt>
                <c:pt idx="467">
                  <c:v>11376</c:v>
                </c:pt>
                <c:pt idx="468">
                  <c:v>11367</c:v>
                </c:pt>
                <c:pt idx="469">
                  <c:v>11464</c:v>
                </c:pt>
                <c:pt idx="470">
                  <c:v>11197</c:v>
                </c:pt>
                <c:pt idx="471">
                  <c:v>10964</c:v>
                </c:pt>
                <c:pt idx="472">
                  <c:v>11111</c:v>
                </c:pt>
                <c:pt idx="473">
                  <c:v>11025</c:v>
                </c:pt>
                <c:pt idx="474">
                  <c:v>10894</c:v>
                </c:pt>
                <c:pt idx="475">
                  <c:v>10849</c:v>
                </c:pt>
                <c:pt idx="476">
                  <c:v>10707</c:v>
                </c:pt>
                <c:pt idx="477">
                  <c:v>10620</c:v>
                </c:pt>
                <c:pt idx="478">
                  <c:v>10517</c:v>
                </c:pt>
                <c:pt idx="479">
                  <c:v>11040</c:v>
                </c:pt>
                <c:pt idx="480">
                  <c:v>10993</c:v>
                </c:pt>
                <c:pt idx="481">
                  <c:v>11189</c:v>
                </c:pt>
                <c:pt idx="482">
                  <c:v>11244</c:v>
                </c:pt>
                <c:pt idx="483">
                  <c:v>11328</c:v>
                </c:pt>
                <c:pt idx="484">
                  <c:v>10896</c:v>
                </c:pt>
                <c:pt idx="485">
                  <c:v>10565</c:v>
                </c:pt>
                <c:pt idx="486">
                  <c:v>10491</c:v>
                </c:pt>
                <c:pt idx="487">
                  <c:v>10546</c:v>
                </c:pt>
                <c:pt idx="488">
                  <c:v>10883</c:v>
                </c:pt>
                <c:pt idx="489">
                  <c:v>10843</c:v>
                </c:pt>
                <c:pt idx="490">
                  <c:v>10600</c:v>
                </c:pt>
                <c:pt idx="491">
                  <c:v>10129</c:v>
                </c:pt>
                <c:pt idx="492">
                  <c:v>10163</c:v>
                </c:pt>
                <c:pt idx="493">
                  <c:v>10042</c:v>
                </c:pt>
                <c:pt idx="494">
                  <c:v>10049</c:v>
                </c:pt>
                <c:pt idx="495">
                  <c:v>10256</c:v>
                </c:pt>
                <c:pt idx="496">
                  <c:v>10295</c:v>
                </c:pt>
                <c:pt idx="497">
                  <c:v>10319</c:v>
                </c:pt>
                <c:pt idx="498">
                  <c:v>9960</c:v>
                </c:pt>
                <c:pt idx="499">
                  <c:v>9885</c:v>
                </c:pt>
                <c:pt idx="500">
                  <c:v>10328</c:v>
                </c:pt>
                <c:pt idx="501">
                  <c:v>10430</c:v>
                </c:pt>
                <c:pt idx="502">
                  <c:v>10421</c:v>
                </c:pt>
                <c:pt idx="503">
                  <c:v>10337</c:v>
                </c:pt>
                <c:pt idx="504">
                  <c:v>10315</c:v>
                </c:pt>
                <c:pt idx="505">
                  <c:v>9998</c:v>
                </c:pt>
                <c:pt idx="506">
                  <c:v>9869</c:v>
                </c:pt>
                <c:pt idx="507">
                  <c:v>10158</c:v>
                </c:pt>
                <c:pt idx="508">
                  <c:v>10023</c:v>
                </c:pt>
                <c:pt idx="509">
                  <c:v>10018</c:v>
                </c:pt>
                <c:pt idx="510">
                  <c:v>10104</c:v>
                </c:pt>
                <c:pt idx="511">
                  <c:v>10143</c:v>
                </c:pt>
                <c:pt idx="512">
                  <c:v>9753</c:v>
                </c:pt>
                <c:pt idx="513">
                  <c:v>9560</c:v>
                </c:pt>
                <c:pt idx="514">
                  <c:v>9721</c:v>
                </c:pt>
                <c:pt idx="515">
                  <c:v>9627</c:v>
                </c:pt>
                <c:pt idx="516">
                  <c:v>9392</c:v>
                </c:pt>
                <c:pt idx="517">
                  <c:v>9296</c:v>
                </c:pt>
                <c:pt idx="518">
                  <c:v>9350</c:v>
                </c:pt>
                <c:pt idx="519">
                  <c:v>9175</c:v>
                </c:pt>
                <c:pt idx="520">
                  <c:v>8993</c:v>
                </c:pt>
                <c:pt idx="521">
                  <c:v>9394</c:v>
                </c:pt>
                <c:pt idx="522">
                  <c:v>9421</c:v>
                </c:pt>
                <c:pt idx="523">
                  <c:v>9404</c:v>
                </c:pt>
                <c:pt idx="524">
                  <c:v>9320</c:v>
                </c:pt>
                <c:pt idx="525">
                  <c:v>9241</c:v>
                </c:pt>
                <c:pt idx="526">
                  <c:v>8997</c:v>
                </c:pt>
                <c:pt idx="527">
                  <c:v>8837</c:v>
                </c:pt>
                <c:pt idx="528">
                  <c:v>8908</c:v>
                </c:pt>
                <c:pt idx="529">
                  <c:v>9276</c:v>
                </c:pt>
                <c:pt idx="530">
                  <c:v>9407</c:v>
                </c:pt>
                <c:pt idx="531">
                  <c:v>9370</c:v>
                </c:pt>
                <c:pt idx="532">
                  <c:v>9429</c:v>
                </c:pt>
                <c:pt idx="533">
                  <c:v>9197</c:v>
                </c:pt>
                <c:pt idx="534">
                  <c:v>9047</c:v>
                </c:pt>
                <c:pt idx="535">
                  <c:v>9375</c:v>
                </c:pt>
                <c:pt idx="536">
                  <c:v>9311</c:v>
                </c:pt>
                <c:pt idx="537">
                  <c:v>9214</c:v>
                </c:pt>
                <c:pt idx="538">
                  <c:v>9318</c:v>
                </c:pt>
                <c:pt idx="539">
                  <c:v>9319</c:v>
                </c:pt>
                <c:pt idx="540">
                  <c:v>9036</c:v>
                </c:pt>
                <c:pt idx="541">
                  <c:v>8956</c:v>
                </c:pt>
                <c:pt idx="542">
                  <c:v>9428</c:v>
                </c:pt>
                <c:pt idx="543">
                  <c:v>9436</c:v>
                </c:pt>
                <c:pt idx="544">
                  <c:v>9242</c:v>
                </c:pt>
                <c:pt idx="545">
                  <c:v>9191</c:v>
                </c:pt>
                <c:pt idx="546">
                  <c:v>9231</c:v>
                </c:pt>
                <c:pt idx="547">
                  <c:v>8894</c:v>
                </c:pt>
                <c:pt idx="548">
                  <c:v>8788</c:v>
                </c:pt>
                <c:pt idx="549">
                  <c:v>9045</c:v>
                </c:pt>
                <c:pt idx="550">
                  <c:v>8925</c:v>
                </c:pt>
                <c:pt idx="551">
                  <c:v>8960</c:v>
                </c:pt>
                <c:pt idx="552">
                  <c:v>9089</c:v>
                </c:pt>
                <c:pt idx="553">
                  <c:v>9082</c:v>
                </c:pt>
                <c:pt idx="554">
                  <c:v>8825</c:v>
                </c:pt>
                <c:pt idx="555">
                  <c:v>8740</c:v>
                </c:pt>
                <c:pt idx="556">
                  <c:v>9125</c:v>
                </c:pt>
                <c:pt idx="557">
                  <c:v>9215</c:v>
                </c:pt>
                <c:pt idx="558">
                  <c:v>9145</c:v>
                </c:pt>
                <c:pt idx="559">
                  <c:v>9090</c:v>
                </c:pt>
                <c:pt idx="560">
                  <c:v>9044</c:v>
                </c:pt>
                <c:pt idx="561">
                  <c:v>8794</c:v>
                </c:pt>
                <c:pt idx="562">
                  <c:v>8693</c:v>
                </c:pt>
                <c:pt idx="563">
                  <c:v>8966</c:v>
                </c:pt>
                <c:pt idx="564">
                  <c:v>9088</c:v>
                </c:pt>
                <c:pt idx="565">
                  <c:v>8990</c:v>
                </c:pt>
                <c:pt idx="566">
                  <c:v>9108</c:v>
                </c:pt>
                <c:pt idx="567">
                  <c:v>9191</c:v>
                </c:pt>
                <c:pt idx="568">
                  <c:v>8986</c:v>
                </c:pt>
                <c:pt idx="569">
                  <c:v>8904</c:v>
                </c:pt>
                <c:pt idx="570">
                  <c:v>9212</c:v>
                </c:pt>
                <c:pt idx="571">
                  <c:v>9196</c:v>
                </c:pt>
                <c:pt idx="572">
                  <c:v>9026</c:v>
                </c:pt>
                <c:pt idx="573">
                  <c:v>8993</c:v>
                </c:pt>
                <c:pt idx="574">
                  <c:v>9102</c:v>
                </c:pt>
                <c:pt idx="575">
                  <c:v>8822</c:v>
                </c:pt>
                <c:pt idx="576">
                  <c:v>8746</c:v>
                </c:pt>
                <c:pt idx="577">
                  <c:v>9061</c:v>
                </c:pt>
                <c:pt idx="578">
                  <c:v>9118</c:v>
                </c:pt>
                <c:pt idx="579">
                  <c:v>9142</c:v>
                </c:pt>
                <c:pt idx="580">
                  <c:v>9193</c:v>
                </c:pt>
                <c:pt idx="581">
                  <c:v>9225</c:v>
                </c:pt>
                <c:pt idx="582">
                  <c:v>8985</c:v>
                </c:pt>
                <c:pt idx="583">
                  <c:v>8722</c:v>
                </c:pt>
                <c:pt idx="584">
                  <c:v>9160</c:v>
                </c:pt>
                <c:pt idx="585">
                  <c:v>9038</c:v>
                </c:pt>
                <c:pt idx="586">
                  <c:v>9077</c:v>
                </c:pt>
                <c:pt idx="587">
                  <c:v>9133</c:v>
                </c:pt>
                <c:pt idx="588">
                  <c:v>9251</c:v>
                </c:pt>
                <c:pt idx="589">
                  <c:v>8981</c:v>
                </c:pt>
                <c:pt idx="590">
                  <c:v>8841</c:v>
                </c:pt>
                <c:pt idx="591">
                  <c:v>9317</c:v>
                </c:pt>
                <c:pt idx="592">
                  <c:v>9305</c:v>
                </c:pt>
                <c:pt idx="593">
                  <c:v>9363</c:v>
                </c:pt>
                <c:pt idx="594">
                  <c:v>9384</c:v>
                </c:pt>
                <c:pt idx="595">
                  <c:v>9402</c:v>
                </c:pt>
                <c:pt idx="596">
                  <c:v>9103</c:v>
                </c:pt>
                <c:pt idx="597">
                  <c:v>8979</c:v>
                </c:pt>
                <c:pt idx="598">
                  <c:v>9298</c:v>
                </c:pt>
                <c:pt idx="599">
                  <c:v>9456</c:v>
                </c:pt>
                <c:pt idx="600">
                  <c:v>9538</c:v>
                </c:pt>
                <c:pt idx="601">
                  <c:v>9514</c:v>
                </c:pt>
                <c:pt idx="602">
                  <c:v>9404</c:v>
                </c:pt>
                <c:pt idx="603">
                  <c:v>9140</c:v>
                </c:pt>
                <c:pt idx="604">
                  <c:v>9016</c:v>
                </c:pt>
                <c:pt idx="605">
                  <c:v>9371</c:v>
                </c:pt>
                <c:pt idx="606">
                  <c:v>9437</c:v>
                </c:pt>
                <c:pt idx="607">
                  <c:v>9654</c:v>
                </c:pt>
                <c:pt idx="608">
                  <c:v>9803</c:v>
                </c:pt>
                <c:pt idx="609">
                  <c:v>9930</c:v>
                </c:pt>
                <c:pt idx="610">
                  <c:v>9746</c:v>
                </c:pt>
                <c:pt idx="611">
                  <c:v>9690</c:v>
                </c:pt>
                <c:pt idx="612">
                  <c:v>10172</c:v>
                </c:pt>
                <c:pt idx="613">
                  <c:v>10255</c:v>
                </c:pt>
                <c:pt idx="614">
                  <c:v>10270</c:v>
                </c:pt>
                <c:pt idx="615">
                  <c:v>10457</c:v>
                </c:pt>
                <c:pt idx="616">
                  <c:v>10514</c:v>
                </c:pt>
                <c:pt idx="617">
                  <c:v>10182</c:v>
                </c:pt>
                <c:pt idx="618">
                  <c:v>10015</c:v>
                </c:pt>
                <c:pt idx="619">
                  <c:v>10359</c:v>
                </c:pt>
                <c:pt idx="620">
                  <c:v>10332</c:v>
                </c:pt>
                <c:pt idx="621">
                  <c:v>10314</c:v>
                </c:pt>
                <c:pt idx="622">
                  <c:v>10412</c:v>
                </c:pt>
                <c:pt idx="623">
                  <c:v>10340</c:v>
                </c:pt>
                <c:pt idx="624">
                  <c:v>10111</c:v>
                </c:pt>
                <c:pt idx="625">
                  <c:v>9949</c:v>
                </c:pt>
                <c:pt idx="626">
                  <c:v>10409</c:v>
                </c:pt>
                <c:pt idx="627">
                  <c:v>10364</c:v>
                </c:pt>
                <c:pt idx="628">
                  <c:v>10328</c:v>
                </c:pt>
                <c:pt idx="629">
                  <c:v>10385</c:v>
                </c:pt>
                <c:pt idx="630">
                  <c:v>10510</c:v>
                </c:pt>
                <c:pt idx="631">
                  <c:v>10318</c:v>
                </c:pt>
                <c:pt idx="632">
                  <c:v>10298</c:v>
                </c:pt>
                <c:pt idx="633">
                  <c:v>10526</c:v>
                </c:pt>
                <c:pt idx="634">
                  <c:v>10477</c:v>
                </c:pt>
                <c:pt idx="635">
                  <c:v>10590</c:v>
                </c:pt>
                <c:pt idx="636">
                  <c:v>10640</c:v>
                </c:pt>
                <c:pt idx="637">
                  <c:v>10706</c:v>
                </c:pt>
                <c:pt idx="638">
                  <c:v>10494</c:v>
                </c:pt>
                <c:pt idx="639">
                  <c:v>10295</c:v>
                </c:pt>
                <c:pt idx="640">
                  <c:v>10814</c:v>
                </c:pt>
                <c:pt idx="641">
                  <c:v>10797</c:v>
                </c:pt>
                <c:pt idx="642">
                  <c:v>10778</c:v>
                </c:pt>
                <c:pt idx="643">
                  <c:v>10754</c:v>
                </c:pt>
                <c:pt idx="644">
                  <c:v>10700</c:v>
                </c:pt>
                <c:pt idx="645">
                  <c:v>10430</c:v>
                </c:pt>
                <c:pt idx="646">
                  <c:v>10298</c:v>
                </c:pt>
                <c:pt idx="647">
                  <c:v>10726</c:v>
                </c:pt>
                <c:pt idx="648">
                  <c:v>10777</c:v>
                </c:pt>
                <c:pt idx="649">
                  <c:v>10747</c:v>
                </c:pt>
                <c:pt idx="650">
                  <c:v>10825</c:v>
                </c:pt>
                <c:pt idx="651">
                  <c:v>10864</c:v>
                </c:pt>
                <c:pt idx="652">
                  <c:v>10496</c:v>
                </c:pt>
                <c:pt idx="653">
                  <c:v>10341</c:v>
                </c:pt>
                <c:pt idx="654">
                  <c:v>10604</c:v>
                </c:pt>
                <c:pt idx="655">
                  <c:v>10782</c:v>
                </c:pt>
                <c:pt idx="656">
                  <c:v>11008</c:v>
                </c:pt>
                <c:pt idx="657">
                  <c:v>11136</c:v>
                </c:pt>
                <c:pt idx="658">
                  <c:v>11190</c:v>
                </c:pt>
                <c:pt idx="659">
                  <c:v>10966</c:v>
                </c:pt>
                <c:pt idx="660">
                  <c:v>10837</c:v>
                </c:pt>
                <c:pt idx="661">
                  <c:v>11225</c:v>
                </c:pt>
                <c:pt idx="662">
                  <c:v>11485</c:v>
                </c:pt>
                <c:pt idx="663">
                  <c:v>11493</c:v>
                </c:pt>
                <c:pt idx="664">
                  <c:v>11296</c:v>
                </c:pt>
                <c:pt idx="665">
                  <c:v>11244</c:v>
                </c:pt>
                <c:pt idx="666">
                  <c:v>10941</c:v>
                </c:pt>
                <c:pt idx="667">
                  <c:v>10811</c:v>
                </c:pt>
                <c:pt idx="668">
                  <c:v>11318</c:v>
                </c:pt>
                <c:pt idx="669">
                  <c:v>11363</c:v>
                </c:pt>
                <c:pt idx="670">
                  <c:v>11248</c:v>
                </c:pt>
                <c:pt idx="671">
                  <c:v>11397</c:v>
                </c:pt>
                <c:pt idx="672">
                  <c:v>11334</c:v>
                </c:pt>
                <c:pt idx="673">
                  <c:v>11496</c:v>
                </c:pt>
                <c:pt idx="674">
                  <c:v>11393</c:v>
                </c:pt>
                <c:pt idx="675">
                  <c:v>11610</c:v>
                </c:pt>
                <c:pt idx="676">
                  <c:v>11617</c:v>
                </c:pt>
                <c:pt idx="677">
                  <c:v>11475</c:v>
                </c:pt>
                <c:pt idx="678">
                  <c:v>11392</c:v>
                </c:pt>
                <c:pt idx="679">
                  <c:v>11422</c:v>
                </c:pt>
                <c:pt idx="680">
                  <c:v>11038</c:v>
                </c:pt>
                <c:pt idx="681">
                  <c:v>10973</c:v>
                </c:pt>
                <c:pt idx="682">
                  <c:v>11634</c:v>
                </c:pt>
                <c:pt idx="683">
                  <c:v>11910</c:v>
                </c:pt>
                <c:pt idx="684">
                  <c:v>11954</c:v>
                </c:pt>
                <c:pt idx="685">
                  <c:v>12077</c:v>
                </c:pt>
                <c:pt idx="686">
                  <c:v>12347</c:v>
                </c:pt>
                <c:pt idx="687">
                  <c:v>12268</c:v>
                </c:pt>
                <c:pt idx="688">
                  <c:v>12227</c:v>
                </c:pt>
                <c:pt idx="689">
                  <c:v>12685</c:v>
                </c:pt>
                <c:pt idx="690">
                  <c:v>12784</c:v>
                </c:pt>
                <c:pt idx="691">
                  <c:v>12809</c:v>
                </c:pt>
                <c:pt idx="692">
                  <c:v>12935</c:v>
                </c:pt>
                <c:pt idx="693">
                  <c:v>13024</c:v>
                </c:pt>
                <c:pt idx="694">
                  <c:v>12889</c:v>
                </c:pt>
                <c:pt idx="695">
                  <c:v>12762</c:v>
                </c:pt>
                <c:pt idx="696">
                  <c:v>13014</c:v>
                </c:pt>
                <c:pt idx="697">
                  <c:v>12888</c:v>
                </c:pt>
                <c:pt idx="698">
                  <c:v>12863</c:v>
                </c:pt>
                <c:pt idx="699">
                  <c:v>12886</c:v>
                </c:pt>
                <c:pt idx="700">
                  <c:v>13015</c:v>
                </c:pt>
                <c:pt idx="701">
                  <c:v>12653</c:v>
                </c:pt>
                <c:pt idx="702">
                  <c:v>12511</c:v>
                </c:pt>
                <c:pt idx="703">
                  <c:v>12870</c:v>
                </c:pt>
                <c:pt idx="704">
                  <c:v>12933</c:v>
                </c:pt>
                <c:pt idx="705">
                  <c:v>12921</c:v>
                </c:pt>
                <c:pt idx="706">
                  <c:v>12915</c:v>
                </c:pt>
                <c:pt idx="707">
                  <c:v>12895</c:v>
                </c:pt>
                <c:pt idx="708">
                  <c:v>12656</c:v>
                </c:pt>
                <c:pt idx="709">
                  <c:v>12608</c:v>
                </c:pt>
                <c:pt idx="710">
                  <c:v>13260</c:v>
                </c:pt>
                <c:pt idx="711">
                  <c:v>13121</c:v>
                </c:pt>
                <c:pt idx="712">
                  <c:v>12976</c:v>
                </c:pt>
                <c:pt idx="713">
                  <c:v>13097</c:v>
                </c:pt>
                <c:pt idx="714">
                  <c:v>13169</c:v>
                </c:pt>
                <c:pt idx="715">
                  <c:v>12869</c:v>
                </c:pt>
                <c:pt idx="716">
                  <c:v>12613</c:v>
                </c:pt>
                <c:pt idx="717">
                  <c:v>12859</c:v>
                </c:pt>
                <c:pt idx="718">
                  <c:v>12828</c:v>
                </c:pt>
                <c:pt idx="719">
                  <c:v>12878</c:v>
                </c:pt>
                <c:pt idx="720">
                  <c:v>12648</c:v>
                </c:pt>
                <c:pt idx="721">
                  <c:v>12555</c:v>
                </c:pt>
                <c:pt idx="722">
                  <c:v>12253</c:v>
                </c:pt>
                <c:pt idx="723">
                  <c:v>12221</c:v>
                </c:pt>
                <c:pt idx="724">
                  <c:v>12757</c:v>
                </c:pt>
                <c:pt idx="725">
                  <c:v>12979</c:v>
                </c:pt>
                <c:pt idx="726">
                  <c:v>12728</c:v>
                </c:pt>
                <c:pt idx="727">
                  <c:v>12642</c:v>
                </c:pt>
                <c:pt idx="728">
                  <c:v>12530</c:v>
                </c:pt>
                <c:pt idx="729">
                  <c:v>11781</c:v>
                </c:pt>
                <c:pt idx="730">
                  <c:v>10926</c:v>
                </c:pt>
                <c:pt idx="731">
                  <c:v>11262</c:v>
                </c:pt>
                <c:pt idx="732">
                  <c:v>11794</c:v>
                </c:pt>
                <c:pt idx="733">
                  <c:v>12009</c:v>
                </c:pt>
                <c:pt idx="734">
                  <c:v>12416</c:v>
                </c:pt>
                <c:pt idx="735">
                  <c:v>12672</c:v>
                </c:pt>
                <c:pt idx="736">
                  <c:v>12633</c:v>
                </c:pt>
                <c:pt idx="737">
                  <c:v>12993</c:v>
                </c:pt>
                <c:pt idx="738">
                  <c:v>13545</c:v>
                </c:pt>
                <c:pt idx="739">
                  <c:v>13594</c:v>
                </c:pt>
                <c:pt idx="740">
                  <c:v>13192</c:v>
                </c:pt>
                <c:pt idx="741">
                  <c:v>13133</c:v>
                </c:pt>
                <c:pt idx="742">
                  <c:v>12933</c:v>
                </c:pt>
                <c:pt idx="743">
                  <c:v>12375</c:v>
                </c:pt>
                <c:pt idx="744">
                  <c:v>12226</c:v>
                </c:pt>
                <c:pt idx="745">
                  <c:v>12559</c:v>
                </c:pt>
                <c:pt idx="746">
                  <c:v>12517</c:v>
                </c:pt>
                <c:pt idx="747">
                  <c:v>12512</c:v>
                </c:pt>
                <c:pt idx="748">
                  <c:v>12468</c:v>
                </c:pt>
                <c:pt idx="749">
                  <c:v>12471</c:v>
                </c:pt>
                <c:pt idx="750">
                  <c:v>12267</c:v>
                </c:pt>
                <c:pt idx="751">
                  <c:v>12345</c:v>
                </c:pt>
                <c:pt idx="752">
                  <c:v>12856</c:v>
                </c:pt>
                <c:pt idx="753">
                  <c:v>12855</c:v>
                </c:pt>
                <c:pt idx="754">
                  <c:v>12710</c:v>
                </c:pt>
                <c:pt idx="755">
                  <c:v>12591</c:v>
                </c:pt>
                <c:pt idx="756">
                  <c:v>12651</c:v>
                </c:pt>
                <c:pt idx="757">
                  <c:v>12438</c:v>
                </c:pt>
                <c:pt idx="758">
                  <c:v>12271</c:v>
                </c:pt>
                <c:pt idx="759">
                  <c:v>12577</c:v>
                </c:pt>
                <c:pt idx="760">
                  <c:v>12417</c:v>
                </c:pt>
                <c:pt idx="761">
                  <c:v>12400</c:v>
                </c:pt>
                <c:pt idx="762">
                  <c:v>12477</c:v>
                </c:pt>
                <c:pt idx="763">
                  <c:v>12645</c:v>
                </c:pt>
                <c:pt idx="764">
                  <c:v>12493</c:v>
                </c:pt>
                <c:pt idx="765">
                  <c:v>12364</c:v>
                </c:pt>
                <c:pt idx="766">
                  <c:v>12664</c:v>
                </c:pt>
                <c:pt idx="767">
                  <c:v>12559</c:v>
                </c:pt>
                <c:pt idx="768">
                  <c:v>12431</c:v>
                </c:pt>
                <c:pt idx="769">
                  <c:v>12252</c:v>
                </c:pt>
                <c:pt idx="770">
                  <c:v>12380</c:v>
                </c:pt>
                <c:pt idx="771">
                  <c:v>12191</c:v>
                </c:pt>
                <c:pt idx="772">
                  <c:v>12089</c:v>
                </c:pt>
                <c:pt idx="773">
                  <c:v>12339</c:v>
                </c:pt>
                <c:pt idx="774">
                  <c:v>12262</c:v>
                </c:pt>
                <c:pt idx="775">
                  <c:v>12279</c:v>
                </c:pt>
                <c:pt idx="776">
                  <c:v>12382</c:v>
                </c:pt>
                <c:pt idx="777">
                  <c:v>12592</c:v>
                </c:pt>
                <c:pt idx="778">
                  <c:v>12317</c:v>
                </c:pt>
                <c:pt idx="779">
                  <c:v>12243</c:v>
                </c:pt>
                <c:pt idx="780">
                  <c:v>12721</c:v>
                </c:pt>
                <c:pt idx="781">
                  <c:v>12902</c:v>
                </c:pt>
                <c:pt idx="782">
                  <c:v>13147</c:v>
                </c:pt>
                <c:pt idx="783">
                  <c:v>12965</c:v>
                </c:pt>
                <c:pt idx="784">
                  <c:v>12617</c:v>
                </c:pt>
                <c:pt idx="785">
                  <c:v>12479</c:v>
                </c:pt>
                <c:pt idx="786">
                  <c:v>12468</c:v>
                </c:pt>
                <c:pt idx="787">
                  <c:v>12715</c:v>
                </c:pt>
                <c:pt idx="788">
                  <c:v>12498</c:v>
                </c:pt>
                <c:pt idx="789">
                  <c:v>12370</c:v>
                </c:pt>
                <c:pt idx="790">
                  <c:v>12322</c:v>
                </c:pt>
                <c:pt idx="791">
                  <c:v>12122</c:v>
                </c:pt>
                <c:pt idx="792">
                  <c:v>11967</c:v>
                </c:pt>
                <c:pt idx="793">
                  <c:v>11966</c:v>
                </c:pt>
                <c:pt idx="794">
                  <c:v>12453</c:v>
                </c:pt>
                <c:pt idx="795">
                  <c:v>12560</c:v>
                </c:pt>
                <c:pt idx="796">
                  <c:v>12289</c:v>
                </c:pt>
                <c:pt idx="797">
                  <c:v>12651</c:v>
                </c:pt>
                <c:pt idx="798">
                  <c:v>12768</c:v>
                </c:pt>
                <c:pt idx="799">
                  <c:v>12598</c:v>
                </c:pt>
                <c:pt idx="800">
                  <c:v>12288</c:v>
                </c:pt>
                <c:pt idx="801">
                  <c:v>12441</c:v>
                </c:pt>
                <c:pt idx="802">
                  <c:v>12319</c:v>
                </c:pt>
                <c:pt idx="803">
                  <c:v>12076</c:v>
                </c:pt>
                <c:pt idx="804">
                  <c:v>12071</c:v>
                </c:pt>
                <c:pt idx="805">
                  <c:v>12140</c:v>
                </c:pt>
                <c:pt idx="806">
                  <c:v>11910</c:v>
                </c:pt>
                <c:pt idx="807">
                  <c:v>11620</c:v>
                </c:pt>
                <c:pt idx="808">
                  <c:v>11792</c:v>
                </c:pt>
                <c:pt idx="809">
                  <c:v>11894</c:v>
                </c:pt>
                <c:pt idx="810">
                  <c:v>12019</c:v>
                </c:pt>
                <c:pt idx="811">
                  <c:v>11883</c:v>
                </c:pt>
                <c:pt idx="812">
                  <c:v>11872</c:v>
                </c:pt>
                <c:pt idx="813">
                  <c:v>11652</c:v>
                </c:pt>
                <c:pt idx="814">
                  <c:v>11570</c:v>
                </c:pt>
                <c:pt idx="815">
                  <c:v>12015</c:v>
                </c:pt>
                <c:pt idx="816">
                  <c:v>12103</c:v>
                </c:pt>
                <c:pt idx="817">
                  <c:v>12227</c:v>
                </c:pt>
                <c:pt idx="818">
                  <c:v>12077</c:v>
                </c:pt>
                <c:pt idx="819">
                  <c:v>12016</c:v>
                </c:pt>
                <c:pt idx="820">
                  <c:v>11737</c:v>
                </c:pt>
                <c:pt idx="821">
                  <c:v>11601</c:v>
                </c:pt>
                <c:pt idx="822">
                  <c:v>12136</c:v>
                </c:pt>
                <c:pt idx="823">
                  <c:v>12066</c:v>
                </c:pt>
                <c:pt idx="824">
                  <c:v>11829</c:v>
                </c:pt>
                <c:pt idx="825">
                  <c:v>11667</c:v>
                </c:pt>
                <c:pt idx="826">
                  <c:v>11490</c:v>
                </c:pt>
                <c:pt idx="827">
                  <c:v>11190</c:v>
                </c:pt>
                <c:pt idx="828">
                  <c:v>10968</c:v>
                </c:pt>
                <c:pt idx="829">
                  <c:v>11275</c:v>
                </c:pt>
                <c:pt idx="830">
                  <c:v>11148</c:v>
                </c:pt>
                <c:pt idx="831">
                  <c:v>11059</c:v>
                </c:pt>
                <c:pt idx="832">
                  <c:v>11232</c:v>
                </c:pt>
                <c:pt idx="833">
                  <c:v>11396</c:v>
                </c:pt>
                <c:pt idx="834">
                  <c:v>11231</c:v>
                </c:pt>
                <c:pt idx="835">
                  <c:v>10799</c:v>
                </c:pt>
                <c:pt idx="836">
                  <c:v>11026</c:v>
                </c:pt>
                <c:pt idx="837">
                  <c:v>11026</c:v>
                </c:pt>
                <c:pt idx="838">
                  <c:v>11026</c:v>
                </c:pt>
                <c:pt idx="839">
                  <c:v>10893</c:v>
                </c:pt>
                <c:pt idx="840">
                  <c:v>10738</c:v>
                </c:pt>
                <c:pt idx="841">
                  <c:v>10488</c:v>
                </c:pt>
                <c:pt idx="842">
                  <c:v>10321</c:v>
                </c:pt>
                <c:pt idx="843">
                  <c:v>10566</c:v>
                </c:pt>
                <c:pt idx="844">
                  <c:v>10465</c:v>
                </c:pt>
                <c:pt idx="845">
                  <c:v>10361</c:v>
                </c:pt>
                <c:pt idx="846">
                  <c:v>10514</c:v>
                </c:pt>
                <c:pt idx="847">
                  <c:v>10666</c:v>
                </c:pt>
                <c:pt idx="848">
                  <c:v>10559</c:v>
                </c:pt>
                <c:pt idx="849">
                  <c:v>10431</c:v>
                </c:pt>
                <c:pt idx="850">
                  <c:v>10322</c:v>
                </c:pt>
                <c:pt idx="851">
                  <c:v>10551</c:v>
                </c:pt>
                <c:pt idx="852">
                  <c:v>10623</c:v>
                </c:pt>
                <c:pt idx="853">
                  <c:v>10716</c:v>
                </c:pt>
                <c:pt idx="854">
                  <c:v>10945</c:v>
                </c:pt>
                <c:pt idx="855">
                  <c:v>10708</c:v>
                </c:pt>
                <c:pt idx="856">
                  <c:v>10522</c:v>
                </c:pt>
                <c:pt idx="857">
                  <c:v>10346</c:v>
                </c:pt>
                <c:pt idx="858">
                  <c:v>10075</c:v>
                </c:pt>
                <c:pt idx="859">
                  <c:v>10279</c:v>
                </c:pt>
                <c:pt idx="860">
                  <c:v>10107</c:v>
                </c:pt>
                <c:pt idx="861">
                  <c:v>9986</c:v>
                </c:pt>
                <c:pt idx="862">
                  <c:v>9706</c:v>
                </c:pt>
                <c:pt idx="863">
                  <c:v>9596</c:v>
                </c:pt>
                <c:pt idx="864">
                  <c:v>9814</c:v>
                </c:pt>
                <c:pt idx="865">
                  <c:v>9731</c:v>
                </c:pt>
                <c:pt idx="866">
                  <c:v>9706</c:v>
                </c:pt>
                <c:pt idx="867">
                  <c:v>9681</c:v>
                </c:pt>
                <c:pt idx="868">
                  <c:v>9783</c:v>
                </c:pt>
                <c:pt idx="869">
                  <c:v>9443</c:v>
                </c:pt>
                <c:pt idx="870">
                  <c:v>9193</c:v>
                </c:pt>
                <c:pt idx="871">
                  <c:v>9511</c:v>
                </c:pt>
                <c:pt idx="872">
                  <c:v>9505</c:v>
                </c:pt>
                <c:pt idx="873">
                  <c:v>9495</c:v>
                </c:pt>
                <c:pt idx="874">
                  <c:v>9415</c:v>
                </c:pt>
                <c:pt idx="875">
                  <c:v>9438</c:v>
                </c:pt>
                <c:pt idx="876">
                  <c:v>9328</c:v>
                </c:pt>
                <c:pt idx="877">
                  <c:v>9336</c:v>
                </c:pt>
                <c:pt idx="878">
                  <c:v>9559</c:v>
                </c:pt>
                <c:pt idx="879">
                  <c:v>9520</c:v>
                </c:pt>
                <c:pt idx="880">
                  <c:v>9598</c:v>
                </c:pt>
                <c:pt idx="881">
                  <c:v>9603</c:v>
                </c:pt>
                <c:pt idx="882">
                  <c:v>9796</c:v>
                </c:pt>
                <c:pt idx="883">
                  <c:v>9748</c:v>
                </c:pt>
                <c:pt idx="884">
                  <c:v>9677</c:v>
                </c:pt>
                <c:pt idx="885">
                  <c:v>9916</c:v>
                </c:pt>
                <c:pt idx="886">
                  <c:v>9842</c:v>
                </c:pt>
                <c:pt idx="887">
                  <c:v>9790</c:v>
                </c:pt>
                <c:pt idx="888">
                  <c:v>9841</c:v>
                </c:pt>
                <c:pt idx="889">
                  <c:v>9893</c:v>
                </c:pt>
                <c:pt idx="890">
                  <c:v>9570</c:v>
                </c:pt>
                <c:pt idx="891">
                  <c:v>9297</c:v>
                </c:pt>
                <c:pt idx="892">
                  <c:v>9148</c:v>
                </c:pt>
                <c:pt idx="893">
                  <c:v>9392</c:v>
                </c:pt>
                <c:pt idx="894">
                  <c:v>9388</c:v>
                </c:pt>
                <c:pt idx="895">
                  <c:v>9318</c:v>
                </c:pt>
                <c:pt idx="896">
                  <c:v>9310</c:v>
                </c:pt>
                <c:pt idx="897">
                  <c:v>9004</c:v>
                </c:pt>
                <c:pt idx="898">
                  <c:v>8840</c:v>
                </c:pt>
                <c:pt idx="899">
                  <c:v>9231</c:v>
                </c:pt>
                <c:pt idx="900">
                  <c:v>9354</c:v>
                </c:pt>
                <c:pt idx="901">
                  <c:v>9333</c:v>
                </c:pt>
                <c:pt idx="902">
                  <c:v>9367</c:v>
                </c:pt>
                <c:pt idx="903">
                  <c:v>9298</c:v>
                </c:pt>
                <c:pt idx="904">
                  <c:v>8915</c:v>
                </c:pt>
                <c:pt idx="905">
                  <c:v>8837</c:v>
                </c:pt>
                <c:pt idx="906">
                  <c:v>9209</c:v>
                </c:pt>
                <c:pt idx="907">
                  <c:v>9270</c:v>
                </c:pt>
                <c:pt idx="908">
                  <c:v>9263</c:v>
                </c:pt>
                <c:pt idx="909">
                  <c:v>9273</c:v>
                </c:pt>
                <c:pt idx="910">
                  <c:v>9250</c:v>
                </c:pt>
                <c:pt idx="911">
                  <c:v>8984</c:v>
                </c:pt>
                <c:pt idx="912">
                  <c:v>8901</c:v>
                </c:pt>
                <c:pt idx="913">
                  <c:v>9208</c:v>
                </c:pt>
                <c:pt idx="914">
                  <c:v>9224</c:v>
                </c:pt>
                <c:pt idx="915">
                  <c:v>9195</c:v>
                </c:pt>
                <c:pt idx="916">
                  <c:v>9344</c:v>
                </c:pt>
                <c:pt idx="917">
                  <c:v>9330</c:v>
                </c:pt>
                <c:pt idx="918">
                  <c:v>9033</c:v>
                </c:pt>
                <c:pt idx="919">
                  <c:v>8937</c:v>
                </c:pt>
                <c:pt idx="920">
                  <c:v>9200</c:v>
                </c:pt>
                <c:pt idx="921">
                  <c:v>9112</c:v>
                </c:pt>
                <c:pt idx="922">
                  <c:v>9179</c:v>
                </c:pt>
                <c:pt idx="923">
                  <c:v>9289</c:v>
                </c:pt>
                <c:pt idx="924">
                  <c:v>9238</c:v>
                </c:pt>
                <c:pt idx="925">
                  <c:v>8935</c:v>
                </c:pt>
                <c:pt idx="926">
                  <c:v>8841</c:v>
                </c:pt>
                <c:pt idx="927">
                  <c:v>9199</c:v>
                </c:pt>
                <c:pt idx="928">
                  <c:v>9170</c:v>
                </c:pt>
                <c:pt idx="929">
                  <c:v>9114</c:v>
                </c:pt>
                <c:pt idx="930">
                  <c:v>9103</c:v>
                </c:pt>
                <c:pt idx="931">
                  <c:v>9102</c:v>
                </c:pt>
                <c:pt idx="932">
                  <c:v>8930</c:v>
                </c:pt>
                <c:pt idx="933">
                  <c:v>8834</c:v>
                </c:pt>
                <c:pt idx="934">
                  <c:v>9245</c:v>
                </c:pt>
                <c:pt idx="935">
                  <c:v>9348</c:v>
                </c:pt>
                <c:pt idx="936">
                  <c:v>9280</c:v>
                </c:pt>
                <c:pt idx="937">
                  <c:v>9278</c:v>
                </c:pt>
                <c:pt idx="938">
                  <c:v>9261</c:v>
                </c:pt>
                <c:pt idx="939">
                  <c:v>9010</c:v>
                </c:pt>
                <c:pt idx="940">
                  <c:v>8961</c:v>
                </c:pt>
                <c:pt idx="941">
                  <c:v>9318</c:v>
                </c:pt>
                <c:pt idx="942">
                  <c:v>9334</c:v>
                </c:pt>
                <c:pt idx="943">
                  <c:v>9321</c:v>
                </c:pt>
                <c:pt idx="944">
                  <c:v>9386</c:v>
                </c:pt>
                <c:pt idx="945">
                  <c:v>9409</c:v>
                </c:pt>
                <c:pt idx="946">
                  <c:v>9092</c:v>
                </c:pt>
                <c:pt idx="947">
                  <c:v>9161</c:v>
                </c:pt>
                <c:pt idx="948">
                  <c:v>9707</c:v>
                </c:pt>
                <c:pt idx="949">
                  <c:v>9544</c:v>
                </c:pt>
                <c:pt idx="950">
                  <c:v>9334</c:v>
                </c:pt>
                <c:pt idx="951">
                  <c:v>9335</c:v>
                </c:pt>
                <c:pt idx="952">
                  <c:v>9433</c:v>
                </c:pt>
                <c:pt idx="953">
                  <c:v>9218</c:v>
                </c:pt>
                <c:pt idx="954">
                  <c:v>9122</c:v>
                </c:pt>
                <c:pt idx="955">
                  <c:v>9341</c:v>
                </c:pt>
                <c:pt idx="956">
                  <c:v>9357</c:v>
                </c:pt>
                <c:pt idx="957">
                  <c:v>9376</c:v>
                </c:pt>
                <c:pt idx="958">
                  <c:v>9484</c:v>
                </c:pt>
                <c:pt idx="959">
                  <c:v>9357</c:v>
                </c:pt>
                <c:pt idx="960">
                  <c:v>9182</c:v>
                </c:pt>
                <c:pt idx="961">
                  <c:v>9066</c:v>
                </c:pt>
                <c:pt idx="962">
                  <c:v>9420</c:v>
                </c:pt>
                <c:pt idx="963">
                  <c:v>9534</c:v>
                </c:pt>
                <c:pt idx="964">
                  <c:v>9449</c:v>
                </c:pt>
                <c:pt idx="965">
                  <c:v>9402</c:v>
                </c:pt>
                <c:pt idx="966">
                  <c:v>9502</c:v>
                </c:pt>
                <c:pt idx="967">
                  <c:v>9351</c:v>
                </c:pt>
                <c:pt idx="968">
                  <c:v>9287</c:v>
                </c:pt>
                <c:pt idx="969">
                  <c:v>9503</c:v>
                </c:pt>
                <c:pt idx="970">
                  <c:v>9598</c:v>
                </c:pt>
                <c:pt idx="971">
                  <c:v>9604</c:v>
                </c:pt>
                <c:pt idx="972">
                  <c:v>9584</c:v>
                </c:pt>
                <c:pt idx="973">
                  <c:v>9490</c:v>
                </c:pt>
                <c:pt idx="974">
                  <c:v>9196</c:v>
                </c:pt>
                <c:pt idx="975">
                  <c:v>9158</c:v>
                </c:pt>
                <c:pt idx="976">
                  <c:v>9499</c:v>
                </c:pt>
                <c:pt idx="977">
                  <c:v>9606</c:v>
                </c:pt>
                <c:pt idx="978">
                  <c:v>9616</c:v>
                </c:pt>
                <c:pt idx="979">
                  <c:v>9662</c:v>
                </c:pt>
                <c:pt idx="980">
                  <c:v>9705</c:v>
                </c:pt>
                <c:pt idx="981">
                  <c:v>9491</c:v>
                </c:pt>
                <c:pt idx="982">
                  <c:v>9384</c:v>
                </c:pt>
                <c:pt idx="983">
                  <c:v>9697</c:v>
                </c:pt>
                <c:pt idx="984">
                  <c:v>9632</c:v>
                </c:pt>
                <c:pt idx="985">
                  <c:v>9686</c:v>
                </c:pt>
                <c:pt idx="986">
                  <c:v>9862</c:v>
                </c:pt>
                <c:pt idx="987">
                  <c:v>9856</c:v>
                </c:pt>
                <c:pt idx="988">
                  <c:v>9793</c:v>
                </c:pt>
                <c:pt idx="989">
                  <c:v>9710</c:v>
                </c:pt>
                <c:pt idx="990">
                  <c:v>10074</c:v>
                </c:pt>
                <c:pt idx="991">
                  <c:v>10116</c:v>
                </c:pt>
                <c:pt idx="992">
                  <c:v>10112</c:v>
                </c:pt>
                <c:pt idx="993">
                  <c:v>10066</c:v>
                </c:pt>
                <c:pt idx="994">
                  <c:v>10053</c:v>
                </c:pt>
                <c:pt idx="995">
                  <c:v>9743</c:v>
                </c:pt>
                <c:pt idx="996">
                  <c:v>9655</c:v>
                </c:pt>
                <c:pt idx="997">
                  <c:v>9998</c:v>
                </c:pt>
                <c:pt idx="998">
                  <c:v>10074</c:v>
                </c:pt>
                <c:pt idx="999">
                  <c:v>10043</c:v>
                </c:pt>
                <c:pt idx="1000">
                  <c:v>9963</c:v>
                </c:pt>
                <c:pt idx="1001">
                  <c:v>10042</c:v>
                </c:pt>
                <c:pt idx="1002">
                  <c:v>9897</c:v>
                </c:pt>
                <c:pt idx="1003">
                  <c:v>9815</c:v>
                </c:pt>
                <c:pt idx="1004">
                  <c:v>10232</c:v>
                </c:pt>
                <c:pt idx="1005">
                  <c:v>10485</c:v>
                </c:pt>
                <c:pt idx="1006">
                  <c:v>10582</c:v>
                </c:pt>
                <c:pt idx="1007">
                  <c:v>10623</c:v>
                </c:pt>
                <c:pt idx="1008">
                  <c:v>10804</c:v>
                </c:pt>
                <c:pt idx="1009">
                  <c:v>10808</c:v>
                </c:pt>
                <c:pt idx="1010">
                  <c:v>10842</c:v>
                </c:pt>
                <c:pt idx="1011">
                  <c:v>11227</c:v>
                </c:pt>
                <c:pt idx="1012">
                  <c:v>11337</c:v>
                </c:pt>
                <c:pt idx="1013">
                  <c:v>11414</c:v>
                </c:pt>
                <c:pt idx="1014">
                  <c:v>11176</c:v>
                </c:pt>
                <c:pt idx="1015">
                  <c:v>11144</c:v>
                </c:pt>
                <c:pt idx="1016">
                  <c:v>10917</c:v>
                </c:pt>
                <c:pt idx="1017">
                  <c:v>10800</c:v>
                </c:pt>
                <c:pt idx="1018">
                  <c:v>11252</c:v>
                </c:pt>
                <c:pt idx="1019">
                  <c:v>11420</c:v>
                </c:pt>
                <c:pt idx="1020">
                  <c:v>11544</c:v>
                </c:pt>
                <c:pt idx="1021">
                  <c:v>11654</c:v>
                </c:pt>
                <c:pt idx="1022">
                  <c:v>11752</c:v>
                </c:pt>
                <c:pt idx="1023">
                  <c:v>11587</c:v>
                </c:pt>
                <c:pt idx="1024">
                  <c:v>11497</c:v>
                </c:pt>
                <c:pt idx="1025">
                  <c:v>11795</c:v>
                </c:pt>
                <c:pt idx="1026">
                  <c:v>11851</c:v>
                </c:pt>
                <c:pt idx="1027">
                  <c:v>12009</c:v>
                </c:pt>
                <c:pt idx="1028">
                  <c:v>12220</c:v>
                </c:pt>
                <c:pt idx="1029">
                  <c:v>12294</c:v>
                </c:pt>
                <c:pt idx="1030">
                  <c:v>12146</c:v>
                </c:pt>
                <c:pt idx="1031">
                  <c:v>11913</c:v>
                </c:pt>
                <c:pt idx="1032">
                  <c:v>12306</c:v>
                </c:pt>
                <c:pt idx="1033">
                  <c:v>12381</c:v>
                </c:pt>
                <c:pt idx="1034">
                  <c:v>12195</c:v>
                </c:pt>
                <c:pt idx="1035">
                  <c:v>12106</c:v>
                </c:pt>
                <c:pt idx="1036">
                  <c:v>12204</c:v>
                </c:pt>
                <c:pt idx="1037">
                  <c:v>11893</c:v>
                </c:pt>
                <c:pt idx="1038">
                  <c:v>11727</c:v>
                </c:pt>
                <c:pt idx="1039">
                  <c:v>11690</c:v>
                </c:pt>
                <c:pt idx="1040">
                  <c:v>11903</c:v>
                </c:pt>
                <c:pt idx="1041">
                  <c:v>11904</c:v>
                </c:pt>
                <c:pt idx="1042">
                  <c:v>12011</c:v>
                </c:pt>
                <c:pt idx="1043">
                  <c:v>12017</c:v>
                </c:pt>
                <c:pt idx="1044">
                  <c:v>11768</c:v>
                </c:pt>
                <c:pt idx="1045">
                  <c:v>11666</c:v>
                </c:pt>
                <c:pt idx="1046">
                  <c:v>12310</c:v>
                </c:pt>
                <c:pt idx="1047">
                  <c:v>12396</c:v>
                </c:pt>
                <c:pt idx="1048">
                  <c:v>12331</c:v>
                </c:pt>
                <c:pt idx="1049">
                  <c:v>12481</c:v>
                </c:pt>
                <c:pt idx="1050">
                  <c:v>12749</c:v>
                </c:pt>
                <c:pt idx="1051">
                  <c:v>12642</c:v>
                </c:pt>
                <c:pt idx="1052">
                  <c:v>12495</c:v>
                </c:pt>
                <c:pt idx="1053">
                  <c:v>12973</c:v>
                </c:pt>
                <c:pt idx="1054">
                  <c:v>13174</c:v>
                </c:pt>
                <c:pt idx="1055">
                  <c:v>13305</c:v>
                </c:pt>
                <c:pt idx="1056">
                  <c:v>13293</c:v>
                </c:pt>
                <c:pt idx="1057">
                  <c:v>13210</c:v>
                </c:pt>
                <c:pt idx="1058">
                  <c:v>13116</c:v>
                </c:pt>
                <c:pt idx="1059">
                  <c:v>13166</c:v>
                </c:pt>
                <c:pt idx="1060">
                  <c:v>13576</c:v>
                </c:pt>
                <c:pt idx="1061">
                  <c:v>13395</c:v>
                </c:pt>
                <c:pt idx="1062">
                  <c:v>13279</c:v>
                </c:pt>
                <c:pt idx="1063">
                  <c:v>13354</c:v>
                </c:pt>
                <c:pt idx="1064">
                  <c:v>13363</c:v>
                </c:pt>
                <c:pt idx="1065">
                  <c:v>13111</c:v>
                </c:pt>
                <c:pt idx="1066">
                  <c:v>12988</c:v>
                </c:pt>
                <c:pt idx="1067">
                  <c:v>13483</c:v>
                </c:pt>
                <c:pt idx="1068">
                  <c:v>13672</c:v>
                </c:pt>
                <c:pt idx="1069">
                  <c:v>14021</c:v>
                </c:pt>
                <c:pt idx="1070">
                  <c:v>14299</c:v>
                </c:pt>
                <c:pt idx="1071">
                  <c:v>14457</c:v>
                </c:pt>
                <c:pt idx="1072">
                  <c:v>14008</c:v>
                </c:pt>
                <c:pt idx="1073">
                  <c:v>13777</c:v>
                </c:pt>
                <c:pt idx="1074">
                  <c:v>14135</c:v>
                </c:pt>
                <c:pt idx="1075">
                  <c:v>13841</c:v>
                </c:pt>
                <c:pt idx="1076">
                  <c:v>13692</c:v>
                </c:pt>
                <c:pt idx="1077">
                  <c:v>13651</c:v>
                </c:pt>
                <c:pt idx="1078">
                  <c:v>13604</c:v>
                </c:pt>
                <c:pt idx="1079">
                  <c:v>13199</c:v>
                </c:pt>
                <c:pt idx="1080">
                  <c:v>12813</c:v>
                </c:pt>
                <c:pt idx="1081">
                  <c:v>13022</c:v>
                </c:pt>
                <c:pt idx="1082">
                  <c:v>13058</c:v>
                </c:pt>
                <c:pt idx="1083">
                  <c:v>13069</c:v>
                </c:pt>
                <c:pt idx="1084">
                  <c:v>12996</c:v>
                </c:pt>
                <c:pt idx="1085">
                  <c:v>13124</c:v>
                </c:pt>
                <c:pt idx="1086">
                  <c:v>12809</c:v>
                </c:pt>
                <c:pt idx="1087">
                  <c:v>12571</c:v>
                </c:pt>
                <c:pt idx="1088">
                  <c:v>12964</c:v>
                </c:pt>
                <c:pt idx="1089">
                  <c:v>13169</c:v>
                </c:pt>
                <c:pt idx="1090">
                  <c:v>13175</c:v>
                </c:pt>
                <c:pt idx="1091">
                  <c:v>13180</c:v>
                </c:pt>
                <c:pt idx="1092">
                  <c:v>13112</c:v>
                </c:pt>
                <c:pt idx="1093">
                  <c:v>12876</c:v>
                </c:pt>
                <c:pt idx="1094">
                  <c:v>12820</c:v>
                </c:pt>
                <c:pt idx="1095">
                  <c:v>12515</c:v>
                </c:pt>
                <c:pt idx="1096">
                  <c:v>13130</c:v>
                </c:pt>
                <c:pt idx="1097">
                  <c:v>13815</c:v>
                </c:pt>
                <c:pt idx="1098">
                  <c:v>14267</c:v>
                </c:pt>
                <c:pt idx="1099">
                  <c:v>14486</c:v>
                </c:pt>
                <c:pt idx="1100">
                  <c:v>14336</c:v>
                </c:pt>
                <c:pt idx="1101">
                  <c:v>14169</c:v>
                </c:pt>
                <c:pt idx="1102">
                  <c:v>14115</c:v>
                </c:pt>
                <c:pt idx="1103">
                  <c:v>13959</c:v>
                </c:pt>
                <c:pt idx="1104">
                  <c:v>13765</c:v>
                </c:pt>
                <c:pt idx="1105">
                  <c:v>13776</c:v>
                </c:pt>
                <c:pt idx="1106">
                  <c:v>14236</c:v>
                </c:pt>
                <c:pt idx="1107">
                  <c:v>14157</c:v>
                </c:pt>
                <c:pt idx="1108">
                  <c:v>13921</c:v>
                </c:pt>
                <c:pt idx="1109">
                  <c:v>14265</c:v>
                </c:pt>
                <c:pt idx="1110">
                  <c:v>14210</c:v>
                </c:pt>
                <c:pt idx="1111">
                  <c:v>14369</c:v>
                </c:pt>
                <c:pt idx="1112">
                  <c:v>14308</c:v>
                </c:pt>
                <c:pt idx="1113">
                  <c:v>14025</c:v>
                </c:pt>
                <c:pt idx="1114">
                  <c:v>13924</c:v>
                </c:pt>
                <c:pt idx="1115">
                  <c:v>14104</c:v>
                </c:pt>
                <c:pt idx="1116">
                  <c:v>14023</c:v>
                </c:pt>
                <c:pt idx="1117">
                  <c:v>13574</c:v>
                </c:pt>
                <c:pt idx="1118">
                  <c:v>13193</c:v>
                </c:pt>
                <c:pt idx="1119">
                  <c:v>13161</c:v>
                </c:pt>
                <c:pt idx="1120">
                  <c:v>13316</c:v>
                </c:pt>
                <c:pt idx="1121">
                  <c:v>13085</c:v>
                </c:pt>
                <c:pt idx="1122">
                  <c:v>12839</c:v>
                </c:pt>
                <c:pt idx="1123">
                  <c:v>13082</c:v>
                </c:pt>
                <c:pt idx="1124">
                  <c:v>13031</c:v>
                </c:pt>
                <c:pt idx="1125">
                  <c:v>13098</c:v>
                </c:pt>
                <c:pt idx="1126">
                  <c:v>12918</c:v>
                </c:pt>
                <c:pt idx="1127">
                  <c:v>12955</c:v>
                </c:pt>
                <c:pt idx="1128">
                  <c:v>12840</c:v>
                </c:pt>
                <c:pt idx="1129">
                  <c:v>12545</c:v>
                </c:pt>
                <c:pt idx="1130">
                  <c:v>13058</c:v>
                </c:pt>
                <c:pt idx="1131">
                  <c:v>13490</c:v>
                </c:pt>
                <c:pt idx="1132">
                  <c:v>13908</c:v>
                </c:pt>
                <c:pt idx="1133">
                  <c:v>14066</c:v>
                </c:pt>
                <c:pt idx="1134">
                  <c:v>14292</c:v>
                </c:pt>
                <c:pt idx="1135">
                  <c:v>13930</c:v>
                </c:pt>
                <c:pt idx="1136">
                  <c:v>13823</c:v>
                </c:pt>
                <c:pt idx="1137">
                  <c:v>14111</c:v>
                </c:pt>
                <c:pt idx="1138">
                  <c:v>14236</c:v>
                </c:pt>
                <c:pt idx="1139">
                  <c:v>14329</c:v>
                </c:pt>
                <c:pt idx="1140">
                  <c:v>14063</c:v>
                </c:pt>
                <c:pt idx="1141">
                  <c:v>13794</c:v>
                </c:pt>
                <c:pt idx="1142">
                  <c:v>13292</c:v>
                </c:pt>
                <c:pt idx="1143">
                  <c:v>12958</c:v>
                </c:pt>
                <c:pt idx="1144">
                  <c:v>13447</c:v>
                </c:pt>
                <c:pt idx="1145">
                  <c:v>13402</c:v>
                </c:pt>
                <c:pt idx="1146">
                  <c:v>13358</c:v>
                </c:pt>
                <c:pt idx="1147">
                  <c:v>13116</c:v>
                </c:pt>
                <c:pt idx="1148">
                  <c:v>12530</c:v>
                </c:pt>
                <c:pt idx="1149">
                  <c:v>12348</c:v>
                </c:pt>
                <c:pt idx="1150">
                  <c:v>12148</c:v>
                </c:pt>
                <c:pt idx="1151">
                  <c:v>12546</c:v>
                </c:pt>
                <c:pt idx="1152">
                  <c:v>12560</c:v>
                </c:pt>
                <c:pt idx="1153">
                  <c:v>12487</c:v>
                </c:pt>
                <c:pt idx="1154">
                  <c:v>12464</c:v>
                </c:pt>
                <c:pt idx="1155">
                  <c:v>12461</c:v>
                </c:pt>
                <c:pt idx="1156">
                  <c:v>12177</c:v>
                </c:pt>
                <c:pt idx="1157">
                  <c:v>11930</c:v>
                </c:pt>
                <c:pt idx="1158">
                  <c:v>12334</c:v>
                </c:pt>
                <c:pt idx="1159">
                  <c:v>12511</c:v>
                </c:pt>
                <c:pt idx="1160">
                  <c:v>12601</c:v>
                </c:pt>
                <c:pt idx="1161">
                  <c:v>12626</c:v>
                </c:pt>
                <c:pt idx="1162">
                  <c:v>12190</c:v>
                </c:pt>
                <c:pt idx="1163">
                  <c:v>12238</c:v>
                </c:pt>
                <c:pt idx="1164">
                  <c:v>12251</c:v>
                </c:pt>
                <c:pt idx="1165">
                  <c:v>12520</c:v>
                </c:pt>
                <c:pt idx="1166">
                  <c:v>12444</c:v>
                </c:pt>
                <c:pt idx="1167">
                  <c:v>12346</c:v>
                </c:pt>
                <c:pt idx="1168">
                  <c:v>12341</c:v>
                </c:pt>
                <c:pt idx="1169">
                  <c:v>12312</c:v>
                </c:pt>
                <c:pt idx="1170">
                  <c:v>11898</c:v>
                </c:pt>
                <c:pt idx="1171">
                  <c:v>12011</c:v>
                </c:pt>
                <c:pt idx="1172">
                  <c:v>12560</c:v>
                </c:pt>
                <c:pt idx="1173">
                  <c:v>12392</c:v>
                </c:pt>
                <c:pt idx="1174">
                  <c:v>12318</c:v>
                </c:pt>
                <c:pt idx="1175">
                  <c:v>12242</c:v>
                </c:pt>
                <c:pt idx="1176">
                  <c:v>12216</c:v>
                </c:pt>
                <c:pt idx="1177">
                  <c:v>11990</c:v>
                </c:pt>
                <c:pt idx="1178">
                  <c:v>11833</c:v>
                </c:pt>
                <c:pt idx="1179">
                  <c:v>12246</c:v>
                </c:pt>
                <c:pt idx="1180">
                  <c:v>12162</c:v>
                </c:pt>
                <c:pt idx="1181">
                  <c:v>12037</c:v>
                </c:pt>
                <c:pt idx="1182">
                  <c:v>11868</c:v>
                </c:pt>
                <c:pt idx="1183">
                  <c:v>11808</c:v>
                </c:pt>
                <c:pt idx="1184">
                  <c:v>11586</c:v>
                </c:pt>
                <c:pt idx="1185">
                  <c:v>11329</c:v>
                </c:pt>
                <c:pt idx="1186">
                  <c:v>11447</c:v>
                </c:pt>
                <c:pt idx="1187">
                  <c:v>11593</c:v>
                </c:pt>
                <c:pt idx="1188">
                  <c:v>11997</c:v>
                </c:pt>
                <c:pt idx="1189">
                  <c:v>12124</c:v>
                </c:pt>
                <c:pt idx="1190">
                  <c:v>12333</c:v>
                </c:pt>
                <c:pt idx="1191">
                  <c:v>11919</c:v>
                </c:pt>
                <c:pt idx="1192">
                  <c:v>11629</c:v>
                </c:pt>
                <c:pt idx="1193">
                  <c:v>11572</c:v>
                </c:pt>
                <c:pt idx="1194">
                  <c:v>11372</c:v>
                </c:pt>
                <c:pt idx="1195">
                  <c:v>11310</c:v>
                </c:pt>
                <c:pt idx="1196">
                  <c:v>11286</c:v>
                </c:pt>
                <c:pt idx="1197">
                  <c:v>11423</c:v>
                </c:pt>
                <c:pt idx="1198">
                  <c:v>11228</c:v>
                </c:pt>
                <c:pt idx="1199">
                  <c:v>11057</c:v>
                </c:pt>
                <c:pt idx="1200">
                  <c:v>11460</c:v>
                </c:pt>
                <c:pt idx="1201">
                  <c:v>11507</c:v>
                </c:pt>
                <c:pt idx="1202">
                  <c:v>11714</c:v>
                </c:pt>
                <c:pt idx="1203">
                  <c:v>11922</c:v>
                </c:pt>
                <c:pt idx="1204">
                  <c:v>12322</c:v>
                </c:pt>
                <c:pt idx="1205">
                  <c:v>12013</c:v>
                </c:pt>
                <c:pt idx="1206">
                  <c:v>11569</c:v>
                </c:pt>
                <c:pt idx="1207">
                  <c:v>11923</c:v>
                </c:pt>
                <c:pt idx="1208">
                  <c:v>11812</c:v>
                </c:pt>
                <c:pt idx="1209">
                  <c:v>11748</c:v>
                </c:pt>
                <c:pt idx="1210">
                  <c:v>11765</c:v>
                </c:pt>
                <c:pt idx="1211">
                  <c:v>11487</c:v>
                </c:pt>
                <c:pt idx="1212">
                  <c:v>11270</c:v>
                </c:pt>
                <c:pt idx="1213">
                  <c:v>10835</c:v>
                </c:pt>
                <c:pt idx="1214">
                  <c:v>10803</c:v>
                </c:pt>
                <c:pt idx="1215">
                  <c:v>10680</c:v>
                </c:pt>
                <c:pt idx="1216">
                  <c:v>10656</c:v>
                </c:pt>
                <c:pt idx="1217">
                  <c:v>10995</c:v>
                </c:pt>
                <c:pt idx="1218">
                  <c:v>11103</c:v>
                </c:pt>
                <c:pt idx="1219">
                  <c:v>10992</c:v>
                </c:pt>
                <c:pt idx="1220">
                  <c:v>10739</c:v>
                </c:pt>
                <c:pt idx="1221">
                  <c:v>11145</c:v>
                </c:pt>
                <c:pt idx="1222">
                  <c:v>11319</c:v>
                </c:pt>
                <c:pt idx="1223">
                  <c:v>11523</c:v>
                </c:pt>
                <c:pt idx="1224">
                  <c:v>11094</c:v>
                </c:pt>
                <c:pt idx="1225">
                  <c:v>11167</c:v>
                </c:pt>
                <c:pt idx="1226">
                  <c:v>11134</c:v>
                </c:pt>
                <c:pt idx="1227">
                  <c:v>10808</c:v>
                </c:pt>
                <c:pt idx="1228">
                  <c:v>11054</c:v>
                </c:pt>
                <c:pt idx="1229">
                  <c:v>10803</c:v>
                </c:pt>
                <c:pt idx="1230">
                  <c:v>10617</c:v>
                </c:pt>
                <c:pt idx="1231">
                  <c:v>10475</c:v>
                </c:pt>
                <c:pt idx="1232">
                  <c:v>10348</c:v>
                </c:pt>
                <c:pt idx="1233">
                  <c:v>10030</c:v>
                </c:pt>
                <c:pt idx="1234">
                  <c:v>9840</c:v>
                </c:pt>
                <c:pt idx="1235">
                  <c:v>10102</c:v>
                </c:pt>
                <c:pt idx="1236">
                  <c:v>10164</c:v>
                </c:pt>
                <c:pt idx="1237">
                  <c:v>10149</c:v>
                </c:pt>
                <c:pt idx="1238">
                  <c:v>10070</c:v>
                </c:pt>
                <c:pt idx="1239">
                  <c:v>10030</c:v>
                </c:pt>
                <c:pt idx="1240">
                  <c:v>9799</c:v>
                </c:pt>
                <c:pt idx="1241">
                  <c:v>9679</c:v>
                </c:pt>
                <c:pt idx="1242">
                  <c:v>9956</c:v>
                </c:pt>
                <c:pt idx="1243">
                  <c:v>10022</c:v>
                </c:pt>
                <c:pt idx="1244">
                  <c:v>10059</c:v>
                </c:pt>
                <c:pt idx="1245">
                  <c:v>10014</c:v>
                </c:pt>
                <c:pt idx="1246">
                  <c:v>9921</c:v>
                </c:pt>
                <c:pt idx="1247">
                  <c:v>9645</c:v>
                </c:pt>
                <c:pt idx="1248">
                  <c:v>9461</c:v>
                </c:pt>
                <c:pt idx="1249">
                  <c:v>9823</c:v>
                </c:pt>
                <c:pt idx="1250">
                  <c:v>9859</c:v>
                </c:pt>
                <c:pt idx="1251">
                  <c:v>9840</c:v>
                </c:pt>
                <c:pt idx="1252">
                  <c:v>9781</c:v>
                </c:pt>
                <c:pt idx="1253">
                  <c:v>9579</c:v>
                </c:pt>
                <c:pt idx="1254">
                  <c:v>9335</c:v>
                </c:pt>
                <c:pt idx="1255">
                  <c:v>9302</c:v>
                </c:pt>
                <c:pt idx="1256">
                  <c:v>9602</c:v>
                </c:pt>
                <c:pt idx="1257">
                  <c:v>9609</c:v>
                </c:pt>
                <c:pt idx="1258">
                  <c:v>9410</c:v>
                </c:pt>
                <c:pt idx="1259">
                  <c:v>9721</c:v>
                </c:pt>
                <c:pt idx="1260">
                  <c:v>9708</c:v>
                </c:pt>
                <c:pt idx="1261">
                  <c:v>9493</c:v>
                </c:pt>
                <c:pt idx="1262">
                  <c:v>9322</c:v>
                </c:pt>
                <c:pt idx="1263">
                  <c:v>9739</c:v>
                </c:pt>
                <c:pt idx="1264">
                  <c:v>9668</c:v>
                </c:pt>
                <c:pt idx="1265">
                  <c:v>9652</c:v>
                </c:pt>
                <c:pt idx="1266">
                  <c:v>9603</c:v>
                </c:pt>
                <c:pt idx="1267">
                  <c:v>9573</c:v>
                </c:pt>
                <c:pt idx="1268">
                  <c:v>9352</c:v>
                </c:pt>
                <c:pt idx="1269">
                  <c:v>9262</c:v>
                </c:pt>
                <c:pt idx="1270">
                  <c:v>9619</c:v>
                </c:pt>
                <c:pt idx="1271">
                  <c:v>9694</c:v>
                </c:pt>
                <c:pt idx="1272">
                  <c:v>9742</c:v>
                </c:pt>
                <c:pt idx="1273">
                  <c:v>9814</c:v>
                </c:pt>
                <c:pt idx="1274">
                  <c:v>9887</c:v>
                </c:pt>
                <c:pt idx="1275">
                  <c:v>9576</c:v>
                </c:pt>
                <c:pt idx="1276">
                  <c:v>9341</c:v>
                </c:pt>
                <c:pt idx="1277">
                  <c:v>9680</c:v>
                </c:pt>
                <c:pt idx="1278">
                  <c:v>9580</c:v>
                </c:pt>
                <c:pt idx="1279">
                  <c:v>9635</c:v>
                </c:pt>
                <c:pt idx="1280">
                  <c:v>9649</c:v>
                </c:pt>
                <c:pt idx="1281">
                  <c:v>9754</c:v>
                </c:pt>
                <c:pt idx="1282">
                  <c:v>9358</c:v>
                </c:pt>
                <c:pt idx="1283">
                  <c:v>9246</c:v>
                </c:pt>
                <c:pt idx="1284">
                  <c:v>9421</c:v>
                </c:pt>
                <c:pt idx="1285">
                  <c:v>9425</c:v>
                </c:pt>
                <c:pt idx="1286">
                  <c:v>9545</c:v>
                </c:pt>
                <c:pt idx="1287">
                  <c:v>9700</c:v>
                </c:pt>
                <c:pt idx="1288">
                  <c:v>9723</c:v>
                </c:pt>
                <c:pt idx="1289">
                  <c:v>9490</c:v>
                </c:pt>
                <c:pt idx="1290">
                  <c:v>9407</c:v>
                </c:pt>
                <c:pt idx="1291">
                  <c:v>9721</c:v>
                </c:pt>
                <c:pt idx="1292">
                  <c:v>9825</c:v>
                </c:pt>
                <c:pt idx="1293">
                  <c:v>9881</c:v>
                </c:pt>
                <c:pt idx="1294">
                  <c:v>9839</c:v>
                </c:pt>
                <c:pt idx="1295">
                  <c:v>9786</c:v>
                </c:pt>
                <c:pt idx="1296">
                  <c:v>9537</c:v>
                </c:pt>
                <c:pt idx="1297">
                  <c:v>9472</c:v>
                </c:pt>
                <c:pt idx="1298">
                  <c:v>9835</c:v>
                </c:pt>
                <c:pt idx="1299">
                  <c:v>9790</c:v>
                </c:pt>
                <c:pt idx="1300">
                  <c:v>9756</c:v>
                </c:pt>
                <c:pt idx="1301">
                  <c:v>9793</c:v>
                </c:pt>
                <c:pt idx="1302">
                  <c:v>9873</c:v>
                </c:pt>
                <c:pt idx="1303">
                  <c:v>9609</c:v>
                </c:pt>
                <c:pt idx="1304">
                  <c:v>9506</c:v>
                </c:pt>
                <c:pt idx="1305">
                  <c:v>9769</c:v>
                </c:pt>
                <c:pt idx="1306">
                  <c:v>9646</c:v>
                </c:pt>
                <c:pt idx="1307">
                  <c:v>9689</c:v>
                </c:pt>
                <c:pt idx="1308">
                  <c:v>9672</c:v>
                </c:pt>
                <c:pt idx="1309">
                  <c:v>9706</c:v>
                </c:pt>
                <c:pt idx="1310">
                  <c:v>9458</c:v>
                </c:pt>
                <c:pt idx="1311">
                  <c:v>9340</c:v>
                </c:pt>
                <c:pt idx="1312">
                  <c:v>9651</c:v>
                </c:pt>
                <c:pt idx="1313">
                  <c:v>9635</c:v>
                </c:pt>
                <c:pt idx="1314">
                  <c:v>9581</c:v>
                </c:pt>
                <c:pt idx="1315">
                  <c:v>9561</c:v>
                </c:pt>
                <c:pt idx="1316">
                  <c:v>9680</c:v>
                </c:pt>
                <c:pt idx="1317">
                  <c:v>9507</c:v>
                </c:pt>
                <c:pt idx="1318">
                  <c:v>9331</c:v>
                </c:pt>
                <c:pt idx="1319">
                  <c:v>9623</c:v>
                </c:pt>
                <c:pt idx="1320">
                  <c:v>9636</c:v>
                </c:pt>
                <c:pt idx="1321">
                  <c:v>9652</c:v>
                </c:pt>
                <c:pt idx="1322">
                  <c:v>9682</c:v>
                </c:pt>
                <c:pt idx="1323">
                  <c:v>9668</c:v>
                </c:pt>
                <c:pt idx="1324">
                  <c:v>9473</c:v>
                </c:pt>
                <c:pt idx="1325">
                  <c:v>9364</c:v>
                </c:pt>
                <c:pt idx="1326">
                  <c:v>9636</c:v>
                </c:pt>
                <c:pt idx="1327">
                  <c:v>9661</c:v>
                </c:pt>
                <c:pt idx="1328">
                  <c:v>9678</c:v>
                </c:pt>
                <c:pt idx="1329">
                  <c:v>9738</c:v>
                </c:pt>
                <c:pt idx="1330">
                  <c:v>9761</c:v>
                </c:pt>
                <c:pt idx="1331">
                  <c:v>9527</c:v>
                </c:pt>
                <c:pt idx="1332">
                  <c:v>9416</c:v>
                </c:pt>
                <c:pt idx="1333">
                  <c:v>9712</c:v>
                </c:pt>
                <c:pt idx="1334">
                  <c:v>9757</c:v>
                </c:pt>
                <c:pt idx="1335">
                  <c:v>9769</c:v>
                </c:pt>
                <c:pt idx="1336">
                  <c:v>9786</c:v>
                </c:pt>
                <c:pt idx="1337">
                  <c:v>9894</c:v>
                </c:pt>
                <c:pt idx="1338">
                  <c:v>9636</c:v>
                </c:pt>
                <c:pt idx="1339">
                  <c:v>9398</c:v>
                </c:pt>
                <c:pt idx="1340">
                  <c:v>9779</c:v>
                </c:pt>
                <c:pt idx="1341">
                  <c:v>9875</c:v>
                </c:pt>
                <c:pt idx="1342">
                  <c:v>9859</c:v>
                </c:pt>
                <c:pt idx="1343">
                  <c:v>9804</c:v>
                </c:pt>
                <c:pt idx="1344">
                  <c:v>9896</c:v>
                </c:pt>
                <c:pt idx="1345">
                  <c:v>9638</c:v>
                </c:pt>
                <c:pt idx="1346">
                  <c:v>9515</c:v>
                </c:pt>
                <c:pt idx="1347">
                  <c:v>9762</c:v>
                </c:pt>
                <c:pt idx="1348">
                  <c:v>9666</c:v>
                </c:pt>
                <c:pt idx="1349">
                  <c:v>9664</c:v>
                </c:pt>
                <c:pt idx="1350">
                  <c:v>9704</c:v>
                </c:pt>
                <c:pt idx="1351">
                  <c:v>9819</c:v>
                </c:pt>
                <c:pt idx="1352">
                  <c:v>9576</c:v>
                </c:pt>
                <c:pt idx="1353">
                  <c:v>9456</c:v>
                </c:pt>
                <c:pt idx="1354">
                  <c:v>9804</c:v>
                </c:pt>
                <c:pt idx="1355">
                  <c:v>9904</c:v>
                </c:pt>
                <c:pt idx="1356">
                  <c:v>9886</c:v>
                </c:pt>
                <c:pt idx="1357">
                  <c:v>9908</c:v>
                </c:pt>
                <c:pt idx="1358">
                  <c:v>10008</c:v>
                </c:pt>
                <c:pt idx="1359">
                  <c:v>9836</c:v>
                </c:pt>
                <c:pt idx="1360">
                  <c:v>9916</c:v>
                </c:pt>
                <c:pt idx="1361">
                  <c:v>10423</c:v>
                </c:pt>
                <c:pt idx="1362">
                  <c:v>10519</c:v>
                </c:pt>
                <c:pt idx="1363">
                  <c:v>10390</c:v>
                </c:pt>
                <c:pt idx="1364">
                  <c:v>10312</c:v>
                </c:pt>
                <c:pt idx="1365">
                  <c:v>10321</c:v>
                </c:pt>
                <c:pt idx="1366">
                  <c:v>10093</c:v>
                </c:pt>
                <c:pt idx="1367">
                  <c:v>10100</c:v>
                </c:pt>
                <c:pt idx="1368">
                  <c:v>10612</c:v>
                </c:pt>
                <c:pt idx="1369">
                  <c:v>10936</c:v>
                </c:pt>
                <c:pt idx="1370">
                  <c:v>11068</c:v>
                </c:pt>
                <c:pt idx="1371">
                  <c:v>11155</c:v>
                </c:pt>
                <c:pt idx="1372">
                  <c:v>11311</c:v>
                </c:pt>
                <c:pt idx="1373">
                  <c:v>11048</c:v>
                </c:pt>
                <c:pt idx="1374">
                  <c:v>10857</c:v>
                </c:pt>
                <c:pt idx="1375">
                  <c:v>11195</c:v>
                </c:pt>
                <c:pt idx="1376">
                  <c:v>11267</c:v>
                </c:pt>
                <c:pt idx="1377">
                  <c:v>11421</c:v>
                </c:pt>
                <c:pt idx="1378">
                  <c:v>11506</c:v>
                </c:pt>
                <c:pt idx="1379">
                  <c:v>11337</c:v>
                </c:pt>
                <c:pt idx="1380">
                  <c:v>11058</c:v>
                </c:pt>
                <c:pt idx="1381">
                  <c:v>11122</c:v>
                </c:pt>
                <c:pt idx="1382">
                  <c:v>11398</c:v>
                </c:pt>
                <c:pt idx="1383">
                  <c:v>11458</c:v>
                </c:pt>
                <c:pt idx="1384">
                  <c:v>11418</c:v>
                </c:pt>
                <c:pt idx="1385">
                  <c:v>11371</c:v>
                </c:pt>
                <c:pt idx="1386">
                  <c:v>11372</c:v>
                </c:pt>
                <c:pt idx="1387">
                  <c:v>11136</c:v>
                </c:pt>
                <c:pt idx="1388">
                  <c:v>11035</c:v>
                </c:pt>
                <c:pt idx="1389">
                  <c:v>11409</c:v>
                </c:pt>
                <c:pt idx="1390">
                  <c:v>11285</c:v>
                </c:pt>
                <c:pt idx="1391">
                  <c:v>11321</c:v>
                </c:pt>
                <c:pt idx="1392">
                  <c:v>11428</c:v>
                </c:pt>
                <c:pt idx="1393">
                  <c:v>11535</c:v>
                </c:pt>
                <c:pt idx="1394">
                  <c:v>11311</c:v>
                </c:pt>
                <c:pt idx="1395">
                  <c:v>11206</c:v>
                </c:pt>
                <c:pt idx="1396">
                  <c:v>11537</c:v>
                </c:pt>
                <c:pt idx="1397">
                  <c:v>11644</c:v>
                </c:pt>
                <c:pt idx="1398">
                  <c:v>11753</c:v>
                </c:pt>
                <c:pt idx="1399">
                  <c:v>11916</c:v>
                </c:pt>
                <c:pt idx="1400">
                  <c:v>12010</c:v>
                </c:pt>
                <c:pt idx="1401">
                  <c:v>12071</c:v>
                </c:pt>
                <c:pt idx="1402">
                  <c:v>12047</c:v>
                </c:pt>
                <c:pt idx="1403">
                  <c:v>11904</c:v>
                </c:pt>
                <c:pt idx="1404">
                  <c:v>12234</c:v>
                </c:pt>
                <c:pt idx="1405">
                  <c:v>12111</c:v>
                </c:pt>
                <c:pt idx="1406">
                  <c:v>12103</c:v>
                </c:pt>
                <c:pt idx="1407">
                  <c:v>12058</c:v>
                </c:pt>
                <c:pt idx="1408">
                  <c:v>11848</c:v>
                </c:pt>
                <c:pt idx="1409">
                  <c:v>11816</c:v>
                </c:pt>
                <c:pt idx="1410">
                  <c:v>12450</c:v>
                </c:pt>
                <c:pt idx="1411">
                  <c:v>12445</c:v>
                </c:pt>
                <c:pt idx="1412">
                  <c:v>12327</c:v>
                </c:pt>
                <c:pt idx="1413">
                  <c:v>12286</c:v>
                </c:pt>
                <c:pt idx="1414">
                  <c:v>12365</c:v>
                </c:pt>
                <c:pt idx="1415">
                  <c:v>12046</c:v>
                </c:pt>
                <c:pt idx="1416">
                  <c:v>11791</c:v>
                </c:pt>
                <c:pt idx="1417">
                  <c:v>12307</c:v>
                </c:pt>
                <c:pt idx="1418">
                  <c:v>12411</c:v>
                </c:pt>
                <c:pt idx="1419">
                  <c:v>12732</c:v>
                </c:pt>
                <c:pt idx="1420">
                  <c:v>12683</c:v>
                </c:pt>
                <c:pt idx="1421">
                  <c:v>12714</c:v>
                </c:pt>
                <c:pt idx="1422">
                  <c:v>12559</c:v>
                </c:pt>
                <c:pt idx="1423">
                  <c:v>12391</c:v>
                </c:pt>
                <c:pt idx="1424">
                  <c:v>12776</c:v>
                </c:pt>
                <c:pt idx="1425">
                  <c:v>12607</c:v>
                </c:pt>
                <c:pt idx="1426">
                  <c:v>12615</c:v>
                </c:pt>
                <c:pt idx="1427">
                  <c:v>12662</c:v>
                </c:pt>
                <c:pt idx="1428">
                  <c:v>12664</c:v>
                </c:pt>
                <c:pt idx="1429">
                  <c:v>12415</c:v>
                </c:pt>
                <c:pt idx="1430">
                  <c:v>12230</c:v>
                </c:pt>
                <c:pt idx="1431">
                  <c:v>12591</c:v>
                </c:pt>
                <c:pt idx="1432">
                  <c:v>12641</c:v>
                </c:pt>
                <c:pt idx="1433">
                  <c:v>12890</c:v>
                </c:pt>
                <c:pt idx="1434">
                  <c:v>13129</c:v>
                </c:pt>
                <c:pt idx="1435">
                  <c:v>13231</c:v>
                </c:pt>
                <c:pt idx="1436">
                  <c:v>12996</c:v>
                </c:pt>
                <c:pt idx="1437">
                  <c:v>12758</c:v>
                </c:pt>
                <c:pt idx="1438">
                  <c:v>13133</c:v>
                </c:pt>
                <c:pt idx="1439">
                  <c:v>12999</c:v>
                </c:pt>
                <c:pt idx="1440">
                  <c:v>12913</c:v>
                </c:pt>
                <c:pt idx="1441">
                  <c:v>13243</c:v>
                </c:pt>
                <c:pt idx="1442">
                  <c:v>13537</c:v>
                </c:pt>
                <c:pt idx="1443">
                  <c:v>13439</c:v>
                </c:pt>
                <c:pt idx="1444">
                  <c:v>13259</c:v>
                </c:pt>
                <c:pt idx="1445">
                  <c:v>13706</c:v>
                </c:pt>
                <c:pt idx="1446">
                  <c:v>13838</c:v>
                </c:pt>
                <c:pt idx="1447">
                  <c:v>14221</c:v>
                </c:pt>
                <c:pt idx="1448">
                  <c:v>14157</c:v>
                </c:pt>
                <c:pt idx="1449">
                  <c:v>13602</c:v>
                </c:pt>
                <c:pt idx="1450">
                  <c:v>13324</c:v>
                </c:pt>
                <c:pt idx="1451">
                  <c:v>13117</c:v>
                </c:pt>
                <c:pt idx="1452">
                  <c:v>13424</c:v>
                </c:pt>
                <c:pt idx="1453">
                  <c:v>13370</c:v>
                </c:pt>
                <c:pt idx="1454">
                  <c:v>13218</c:v>
                </c:pt>
                <c:pt idx="1455">
                  <c:v>12975</c:v>
                </c:pt>
                <c:pt idx="1456">
                  <c:v>12911</c:v>
                </c:pt>
                <c:pt idx="1457">
                  <c:v>12759</c:v>
                </c:pt>
                <c:pt idx="1458">
                  <c:v>12422</c:v>
                </c:pt>
                <c:pt idx="1459">
                  <c:v>12388</c:v>
                </c:pt>
                <c:pt idx="1460">
                  <c:v>12279</c:v>
                </c:pt>
                <c:pt idx="1461">
                  <c:v>11760</c:v>
                </c:pt>
                <c:pt idx="1462">
                  <c:v>12130</c:v>
                </c:pt>
                <c:pt idx="1463">
                  <c:v>12495</c:v>
                </c:pt>
                <c:pt idx="1464">
                  <c:v>12824</c:v>
                </c:pt>
                <c:pt idx="1465">
                  <c:v>12952</c:v>
                </c:pt>
                <c:pt idx="1466">
                  <c:v>13103</c:v>
                </c:pt>
                <c:pt idx="1467">
                  <c:v>12846</c:v>
                </c:pt>
                <c:pt idx="1468">
                  <c:v>12891</c:v>
                </c:pt>
                <c:pt idx="1469">
                  <c:v>13135</c:v>
                </c:pt>
                <c:pt idx="1470">
                  <c:v>13200</c:v>
                </c:pt>
                <c:pt idx="1471">
                  <c:v>13025</c:v>
                </c:pt>
                <c:pt idx="1472">
                  <c:v>12962</c:v>
                </c:pt>
                <c:pt idx="1473">
                  <c:v>13555</c:v>
                </c:pt>
                <c:pt idx="1474">
                  <c:v>13211</c:v>
                </c:pt>
                <c:pt idx="1475">
                  <c:v>13055</c:v>
                </c:pt>
                <c:pt idx="1476">
                  <c:v>13052</c:v>
                </c:pt>
                <c:pt idx="1477">
                  <c:v>12871</c:v>
                </c:pt>
                <c:pt idx="1478">
                  <c:v>12625</c:v>
                </c:pt>
                <c:pt idx="1479">
                  <c:v>12578</c:v>
                </c:pt>
                <c:pt idx="1480">
                  <c:v>13083</c:v>
                </c:pt>
                <c:pt idx="1481">
                  <c:v>13497</c:v>
                </c:pt>
                <c:pt idx="1482">
                  <c:v>13657</c:v>
                </c:pt>
                <c:pt idx="1483">
                  <c:v>13380</c:v>
                </c:pt>
                <c:pt idx="1484">
                  <c:v>13269</c:v>
                </c:pt>
                <c:pt idx="1485">
                  <c:v>12895</c:v>
                </c:pt>
                <c:pt idx="1486">
                  <c:v>12508</c:v>
                </c:pt>
                <c:pt idx="1487">
                  <c:v>12823</c:v>
                </c:pt>
                <c:pt idx="1488">
                  <c:v>12915</c:v>
                </c:pt>
                <c:pt idx="1489">
                  <c:v>12853</c:v>
                </c:pt>
                <c:pt idx="1490">
                  <c:v>12815</c:v>
                </c:pt>
                <c:pt idx="1491">
                  <c:v>12738</c:v>
                </c:pt>
                <c:pt idx="1492">
                  <c:v>12594</c:v>
                </c:pt>
                <c:pt idx="1493">
                  <c:v>12755</c:v>
                </c:pt>
                <c:pt idx="1494">
                  <c:v>13358</c:v>
                </c:pt>
                <c:pt idx="1495">
                  <c:v>13719</c:v>
                </c:pt>
                <c:pt idx="1496">
                  <c:v>13793</c:v>
                </c:pt>
                <c:pt idx="1497">
                  <c:v>13448</c:v>
                </c:pt>
                <c:pt idx="1498">
                  <c:v>13243</c:v>
                </c:pt>
                <c:pt idx="1499">
                  <c:v>13159</c:v>
                </c:pt>
                <c:pt idx="1500">
                  <c:v>12937</c:v>
                </c:pt>
                <c:pt idx="1501">
                  <c:v>13364</c:v>
                </c:pt>
                <c:pt idx="1502">
                  <c:v>13304</c:v>
                </c:pt>
                <c:pt idx="1503">
                  <c:v>13399</c:v>
                </c:pt>
                <c:pt idx="1504">
                  <c:v>13425</c:v>
                </c:pt>
                <c:pt idx="1505">
                  <c:v>13525</c:v>
                </c:pt>
                <c:pt idx="1506">
                  <c:v>13375</c:v>
                </c:pt>
                <c:pt idx="1507">
                  <c:v>13419</c:v>
                </c:pt>
                <c:pt idx="1508">
                  <c:v>13916</c:v>
                </c:pt>
                <c:pt idx="1509">
                  <c:v>13820</c:v>
                </c:pt>
                <c:pt idx="1510">
                  <c:v>13555</c:v>
                </c:pt>
                <c:pt idx="1511">
                  <c:v>13558</c:v>
                </c:pt>
                <c:pt idx="1512">
                  <c:v>13427</c:v>
                </c:pt>
                <c:pt idx="1513">
                  <c:v>13002</c:v>
                </c:pt>
                <c:pt idx="1514">
                  <c:v>12617</c:v>
                </c:pt>
                <c:pt idx="1515">
                  <c:v>13023</c:v>
                </c:pt>
                <c:pt idx="1516">
                  <c:v>12926</c:v>
                </c:pt>
                <c:pt idx="1517">
                  <c:v>12890</c:v>
                </c:pt>
                <c:pt idx="1518">
                  <c:v>12841</c:v>
                </c:pt>
                <c:pt idx="1519">
                  <c:v>12766</c:v>
                </c:pt>
                <c:pt idx="1520">
                  <c:v>12485</c:v>
                </c:pt>
                <c:pt idx="1521">
                  <c:v>12341</c:v>
                </c:pt>
                <c:pt idx="1522">
                  <c:v>12719</c:v>
                </c:pt>
                <c:pt idx="1523">
                  <c:v>12668</c:v>
                </c:pt>
                <c:pt idx="1524">
                  <c:v>12741</c:v>
                </c:pt>
                <c:pt idx="1525">
                  <c:v>12588</c:v>
                </c:pt>
                <c:pt idx="1526">
                  <c:v>12482</c:v>
                </c:pt>
                <c:pt idx="1527">
                  <c:v>12080</c:v>
                </c:pt>
                <c:pt idx="1528">
                  <c:v>11985</c:v>
                </c:pt>
                <c:pt idx="1529">
                  <c:v>12452</c:v>
                </c:pt>
                <c:pt idx="1530">
                  <c:v>12550</c:v>
                </c:pt>
                <c:pt idx="1531">
                  <c:v>12737</c:v>
                </c:pt>
                <c:pt idx="1532">
                  <c:v>12805</c:v>
                </c:pt>
                <c:pt idx="1533">
                  <c:v>12900</c:v>
                </c:pt>
                <c:pt idx="1534">
                  <c:v>12579</c:v>
                </c:pt>
                <c:pt idx="1535">
                  <c:v>12423</c:v>
                </c:pt>
                <c:pt idx="1536">
                  <c:v>12810</c:v>
                </c:pt>
                <c:pt idx="1537">
                  <c:v>12713</c:v>
                </c:pt>
                <c:pt idx="1538">
                  <c:v>12369</c:v>
                </c:pt>
                <c:pt idx="1539">
                  <c:v>12282</c:v>
                </c:pt>
                <c:pt idx="1540">
                  <c:v>12335</c:v>
                </c:pt>
                <c:pt idx="1541">
                  <c:v>12181</c:v>
                </c:pt>
                <c:pt idx="1542">
                  <c:v>11930</c:v>
                </c:pt>
                <c:pt idx="1543">
                  <c:v>12259</c:v>
                </c:pt>
                <c:pt idx="1544">
                  <c:v>12215</c:v>
                </c:pt>
                <c:pt idx="1545">
                  <c:v>12242</c:v>
                </c:pt>
                <c:pt idx="1546">
                  <c:v>12162</c:v>
                </c:pt>
                <c:pt idx="1547">
                  <c:v>12054</c:v>
                </c:pt>
                <c:pt idx="1548">
                  <c:v>11586</c:v>
                </c:pt>
                <c:pt idx="1549">
                  <c:v>11324</c:v>
                </c:pt>
                <c:pt idx="1550">
                  <c:v>11576</c:v>
                </c:pt>
                <c:pt idx="1551">
                  <c:v>11518</c:v>
                </c:pt>
                <c:pt idx="1552">
                  <c:v>11516</c:v>
                </c:pt>
                <c:pt idx="1553">
                  <c:v>11459</c:v>
                </c:pt>
                <c:pt idx="1554">
                  <c:v>11637</c:v>
                </c:pt>
                <c:pt idx="1555">
                  <c:v>11826</c:v>
                </c:pt>
                <c:pt idx="1556">
                  <c:v>11755</c:v>
                </c:pt>
                <c:pt idx="1557">
                  <c:v>12085</c:v>
                </c:pt>
                <c:pt idx="1558">
                  <c:v>12057</c:v>
                </c:pt>
                <c:pt idx="1559">
                  <c:v>12281</c:v>
                </c:pt>
                <c:pt idx="1560">
                  <c:v>12320</c:v>
                </c:pt>
                <c:pt idx="1561">
                  <c:v>12448</c:v>
                </c:pt>
                <c:pt idx="1562">
                  <c:v>12208</c:v>
                </c:pt>
                <c:pt idx="1563">
                  <c:v>11615</c:v>
                </c:pt>
                <c:pt idx="1564">
                  <c:v>11554</c:v>
                </c:pt>
                <c:pt idx="1565">
                  <c:v>11216</c:v>
                </c:pt>
                <c:pt idx="1566">
                  <c:v>11082</c:v>
                </c:pt>
                <c:pt idx="1567">
                  <c:v>11098</c:v>
                </c:pt>
                <c:pt idx="1568">
                  <c:v>10995</c:v>
                </c:pt>
                <c:pt idx="1569">
                  <c:v>10826</c:v>
                </c:pt>
                <c:pt idx="1570">
                  <c:v>10730</c:v>
                </c:pt>
                <c:pt idx="1571">
                  <c:v>11195</c:v>
                </c:pt>
                <c:pt idx="1572">
                  <c:v>11209</c:v>
                </c:pt>
                <c:pt idx="1573">
                  <c:v>11309</c:v>
                </c:pt>
                <c:pt idx="1574">
                  <c:v>11342</c:v>
                </c:pt>
                <c:pt idx="1575">
                  <c:v>11471</c:v>
                </c:pt>
                <c:pt idx="1576">
                  <c:v>11482</c:v>
                </c:pt>
                <c:pt idx="1577">
                  <c:v>11285</c:v>
                </c:pt>
                <c:pt idx="1578">
                  <c:v>11462</c:v>
                </c:pt>
                <c:pt idx="1579">
                  <c:v>11455</c:v>
                </c:pt>
                <c:pt idx="1580">
                  <c:v>11403</c:v>
                </c:pt>
                <c:pt idx="1581">
                  <c:v>11080</c:v>
                </c:pt>
                <c:pt idx="1582">
                  <c:v>10950</c:v>
                </c:pt>
                <c:pt idx="1583">
                  <c:v>10736</c:v>
                </c:pt>
                <c:pt idx="1584">
                  <c:v>10784</c:v>
                </c:pt>
                <c:pt idx="1585">
                  <c:v>11252</c:v>
                </c:pt>
                <c:pt idx="1586">
                  <c:v>11266</c:v>
                </c:pt>
                <c:pt idx="1587">
                  <c:v>11501</c:v>
                </c:pt>
                <c:pt idx="1588">
                  <c:v>11406</c:v>
                </c:pt>
                <c:pt idx="1589">
                  <c:v>10894</c:v>
                </c:pt>
                <c:pt idx="1590">
                  <c:v>10902</c:v>
                </c:pt>
                <c:pt idx="1591">
                  <c:v>10973</c:v>
                </c:pt>
                <c:pt idx="1592">
                  <c:v>11018</c:v>
                </c:pt>
                <c:pt idx="1593">
                  <c:v>10922</c:v>
                </c:pt>
                <c:pt idx="1594">
                  <c:v>10918</c:v>
                </c:pt>
                <c:pt idx="1595">
                  <c:v>10915</c:v>
                </c:pt>
                <c:pt idx="1596">
                  <c:v>10841</c:v>
                </c:pt>
                <c:pt idx="1597">
                  <c:v>10613</c:v>
                </c:pt>
                <c:pt idx="1598">
                  <c:v>10438</c:v>
                </c:pt>
                <c:pt idx="1599">
                  <c:v>10533</c:v>
                </c:pt>
                <c:pt idx="1600">
                  <c:v>10402</c:v>
                </c:pt>
                <c:pt idx="1601">
                  <c:v>10464</c:v>
                </c:pt>
                <c:pt idx="1602">
                  <c:v>10483</c:v>
                </c:pt>
                <c:pt idx="1603">
                  <c:v>10357</c:v>
                </c:pt>
                <c:pt idx="1604">
                  <c:v>10136</c:v>
                </c:pt>
                <c:pt idx="1605">
                  <c:v>9992</c:v>
                </c:pt>
                <c:pt idx="1606">
                  <c:v>10413</c:v>
                </c:pt>
                <c:pt idx="1607">
                  <c:v>10213</c:v>
                </c:pt>
                <c:pt idx="1608">
                  <c:v>10201</c:v>
                </c:pt>
                <c:pt idx="1609">
                  <c:v>10109</c:v>
                </c:pt>
                <c:pt idx="1610">
                  <c:v>10118</c:v>
                </c:pt>
                <c:pt idx="1611">
                  <c:v>9828</c:v>
                </c:pt>
                <c:pt idx="1612">
                  <c:v>9721</c:v>
                </c:pt>
                <c:pt idx="1613">
                  <c:v>10018</c:v>
                </c:pt>
                <c:pt idx="1614">
                  <c:v>9964</c:v>
                </c:pt>
                <c:pt idx="1615">
                  <c:v>9953</c:v>
                </c:pt>
                <c:pt idx="1616">
                  <c:v>9998</c:v>
                </c:pt>
                <c:pt idx="1617">
                  <c:v>9954</c:v>
                </c:pt>
                <c:pt idx="1618">
                  <c:v>9688</c:v>
                </c:pt>
                <c:pt idx="1619">
                  <c:v>9593</c:v>
                </c:pt>
                <c:pt idx="1620">
                  <c:v>10140</c:v>
                </c:pt>
                <c:pt idx="1621">
                  <c:v>10038</c:v>
                </c:pt>
                <c:pt idx="1622">
                  <c:v>9977</c:v>
                </c:pt>
                <c:pt idx="1623">
                  <c:v>9792</c:v>
                </c:pt>
                <c:pt idx="1624">
                  <c:v>9769</c:v>
                </c:pt>
                <c:pt idx="1625">
                  <c:v>9665</c:v>
                </c:pt>
                <c:pt idx="1626">
                  <c:v>9591</c:v>
                </c:pt>
                <c:pt idx="1627">
                  <c:v>9759</c:v>
                </c:pt>
                <c:pt idx="1628">
                  <c:v>9742</c:v>
                </c:pt>
                <c:pt idx="1629">
                  <c:v>9709</c:v>
                </c:pt>
                <c:pt idx="1630">
                  <c:v>9847</c:v>
                </c:pt>
                <c:pt idx="1631">
                  <c:v>9918</c:v>
                </c:pt>
                <c:pt idx="1632">
                  <c:v>9743</c:v>
                </c:pt>
                <c:pt idx="1633">
                  <c:v>9697</c:v>
                </c:pt>
                <c:pt idx="1634">
                  <c:v>9956</c:v>
                </c:pt>
                <c:pt idx="1635">
                  <c:v>10090</c:v>
                </c:pt>
                <c:pt idx="1636">
                  <c:v>10224</c:v>
                </c:pt>
                <c:pt idx="1637">
                  <c:v>10110</c:v>
                </c:pt>
                <c:pt idx="1638">
                  <c:v>10043</c:v>
                </c:pt>
                <c:pt idx="1639">
                  <c:v>9823</c:v>
                </c:pt>
                <c:pt idx="1640">
                  <c:v>9803</c:v>
                </c:pt>
                <c:pt idx="1641">
                  <c:v>10116</c:v>
                </c:pt>
                <c:pt idx="1642">
                  <c:v>10016</c:v>
                </c:pt>
                <c:pt idx="1643">
                  <c:v>9893</c:v>
                </c:pt>
                <c:pt idx="1644">
                  <c:v>9933</c:v>
                </c:pt>
                <c:pt idx="1645">
                  <c:v>9820</c:v>
                </c:pt>
                <c:pt idx="1646">
                  <c:v>9585</c:v>
                </c:pt>
                <c:pt idx="1647">
                  <c:v>9670</c:v>
                </c:pt>
                <c:pt idx="1648">
                  <c:v>9788</c:v>
                </c:pt>
                <c:pt idx="1649">
                  <c:v>9798</c:v>
                </c:pt>
                <c:pt idx="1650">
                  <c:v>9721</c:v>
                </c:pt>
                <c:pt idx="1651">
                  <c:v>9883</c:v>
                </c:pt>
                <c:pt idx="1652">
                  <c:v>9870</c:v>
                </c:pt>
                <c:pt idx="1653">
                  <c:v>9619</c:v>
                </c:pt>
                <c:pt idx="1654">
                  <c:v>9563</c:v>
                </c:pt>
                <c:pt idx="1655">
                  <c:v>9920</c:v>
                </c:pt>
                <c:pt idx="1656">
                  <c:v>9952</c:v>
                </c:pt>
                <c:pt idx="1657">
                  <c:v>9988</c:v>
                </c:pt>
                <c:pt idx="1658">
                  <c:v>9918</c:v>
                </c:pt>
                <c:pt idx="1659">
                  <c:v>9843</c:v>
                </c:pt>
                <c:pt idx="1660">
                  <c:v>9680</c:v>
                </c:pt>
                <c:pt idx="1661">
                  <c:v>9610</c:v>
                </c:pt>
                <c:pt idx="1662">
                  <c:v>9946</c:v>
                </c:pt>
                <c:pt idx="1663">
                  <c:v>9905</c:v>
                </c:pt>
                <c:pt idx="1664">
                  <c:v>9927</c:v>
                </c:pt>
                <c:pt idx="1665">
                  <c:v>10005</c:v>
                </c:pt>
                <c:pt idx="1666">
                  <c:v>10025</c:v>
                </c:pt>
                <c:pt idx="1667">
                  <c:v>9760</c:v>
                </c:pt>
                <c:pt idx="1668">
                  <c:v>9664</c:v>
                </c:pt>
                <c:pt idx="1669">
                  <c:v>9990</c:v>
                </c:pt>
                <c:pt idx="1670">
                  <c:v>9937</c:v>
                </c:pt>
                <c:pt idx="1671">
                  <c:v>9990</c:v>
                </c:pt>
                <c:pt idx="1672">
                  <c:v>9966</c:v>
                </c:pt>
                <c:pt idx="1673">
                  <c:v>9883</c:v>
                </c:pt>
                <c:pt idx="1674">
                  <c:v>9626</c:v>
                </c:pt>
                <c:pt idx="1675">
                  <c:v>9536</c:v>
                </c:pt>
                <c:pt idx="1676">
                  <c:v>9908</c:v>
                </c:pt>
                <c:pt idx="1677">
                  <c:v>9903</c:v>
                </c:pt>
                <c:pt idx="1678">
                  <c:v>9712</c:v>
                </c:pt>
                <c:pt idx="1679">
                  <c:v>9636</c:v>
                </c:pt>
                <c:pt idx="1680">
                  <c:v>9670</c:v>
                </c:pt>
                <c:pt idx="1681">
                  <c:v>9423</c:v>
                </c:pt>
                <c:pt idx="1682">
                  <c:v>9351</c:v>
                </c:pt>
                <c:pt idx="1683">
                  <c:v>9632</c:v>
                </c:pt>
                <c:pt idx="1684">
                  <c:v>9641</c:v>
                </c:pt>
                <c:pt idx="1685">
                  <c:v>9657</c:v>
                </c:pt>
                <c:pt idx="1686">
                  <c:v>9700</c:v>
                </c:pt>
                <c:pt idx="1687">
                  <c:v>9691</c:v>
                </c:pt>
                <c:pt idx="1688">
                  <c:v>9469</c:v>
                </c:pt>
                <c:pt idx="1689">
                  <c:v>9393</c:v>
                </c:pt>
                <c:pt idx="1690">
                  <c:v>9698</c:v>
                </c:pt>
                <c:pt idx="1691">
                  <c:v>9693</c:v>
                </c:pt>
                <c:pt idx="1692">
                  <c:v>9774</c:v>
                </c:pt>
                <c:pt idx="1693">
                  <c:v>9800</c:v>
                </c:pt>
                <c:pt idx="1694">
                  <c:v>9908</c:v>
                </c:pt>
                <c:pt idx="1695">
                  <c:v>9783</c:v>
                </c:pt>
                <c:pt idx="1696">
                  <c:v>9716</c:v>
                </c:pt>
                <c:pt idx="1697">
                  <c:v>10100</c:v>
                </c:pt>
                <c:pt idx="1698">
                  <c:v>10249</c:v>
                </c:pt>
                <c:pt idx="1699">
                  <c:v>10239</c:v>
                </c:pt>
                <c:pt idx="1700">
                  <c:v>10243</c:v>
                </c:pt>
                <c:pt idx="1701">
                  <c:v>10351</c:v>
                </c:pt>
                <c:pt idx="1702">
                  <c:v>10254</c:v>
                </c:pt>
                <c:pt idx="1703">
                  <c:v>10039</c:v>
                </c:pt>
                <c:pt idx="1704">
                  <c:v>10151</c:v>
                </c:pt>
                <c:pt idx="1705">
                  <c:v>10114</c:v>
                </c:pt>
                <c:pt idx="1706">
                  <c:v>10120</c:v>
                </c:pt>
                <c:pt idx="1707">
                  <c:v>10195</c:v>
                </c:pt>
                <c:pt idx="1708">
                  <c:v>10162</c:v>
                </c:pt>
                <c:pt idx="1709">
                  <c:v>9858</c:v>
                </c:pt>
                <c:pt idx="1710">
                  <c:v>9778</c:v>
                </c:pt>
                <c:pt idx="1711">
                  <c:v>10121</c:v>
                </c:pt>
                <c:pt idx="1712">
                  <c:v>10091</c:v>
                </c:pt>
                <c:pt idx="1713">
                  <c:v>9955</c:v>
                </c:pt>
                <c:pt idx="1714">
                  <c:v>9902</c:v>
                </c:pt>
                <c:pt idx="1715">
                  <c:v>9820</c:v>
                </c:pt>
                <c:pt idx="1716">
                  <c:v>9814</c:v>
                </c:pt>
                <c:pt idx="1717">
                  <c:v>9771</c:v>
                </c:pt>
                <c:pt idx="1718">
                  <c:v>9999</c:v>
                </c:pt>
                <c:pt idx="1719">
                  <c:v>10104</c:v>
                </c:pt>
                <c:pt idx="1720">
                  <c:v>10163</c:v>
                </c:pt>
                <c:pt idx="1721">
                  <c:v>10213</c:v>
                </c:pt>
                <c:pt idx="1722">
                  <c:v>10402</c:v>
                </c:pt>
                <c:pt idx="1723">
                  <c:v>10348</c:v>
                </c:pt>
                <c:pt idx="1724">
                  <c:v>10184</c:v>
                </c:pt>
                <c:pt idx="1725">
                  <c:v>10464</c:v>
                </c:pt>
                <c:pt idx="1726">
                  <c:v>10705</c:v>
                </c:pt>
                <c:pt idx="1727">
                  <c:v>10996</c:v>
                </c:pt>
                <c:pt idx="1728">
                  <c:v>11086</c:v>
                </c:pt>
                <c:pt idx="1729">
                  <c:v>11050</c:v>
                </c:pt>
                <c:pt idx="1730">
                  <c:v>10747</c:v>
                </c:pt>
                <c:pt idx="1731">
                  <c:v>10672</c:v>
                </c:pt>
                <c:pt idx="1732">
                  <c:v>11166</c:v>
                </c:pt>
                <c:pt idx="1733">
                  <c:v>11236</c:v>
                </c:pt>
                <c:pt idx="1734">
                  <c:v>11182</c:v>
                </c:pt>
                <c:pt idx="1735">
                  <c:v>11266</c:v>
                </c:pt>
                <c:pt idx="1736">
                  <c:v>11346</c:v>
                </c:pt>
                <c:pt idx="1737">
                  <c:v>11230</c:v>
                </c:pt>
                <c:pt idx="1738">
                  <c:v>11027</c:v>
                </c:pt>
                <c:pt idx="1739">
                  <c:v>11103</c:v>
                </c:pt>
                <c:pt idx="1740">
                  <c:v>11010</c:v>
                </c:pt>
                <c:pt idx="1741">
                  <c:v>10987</c:v>
                </c:pt>
                <c:pt idx="1742">
                  <c:v>11085</c:v>
                </c:pt>
                <c:pt idx="1743">
                  <c:v>11156</c:v>
                </c:pt>
                <c:pt idx="1744">
                  <c:v>11070</c:v>
                </c:pt>
                <c:pt idx="1745">
                  <c:v>10999</c:v>
                </c:pt>
                <c:pt idx="1746">
                  <c:v>11338</c:v>
                </c:pt>
                <c:pt idx="1747">
                  <c:v>11525</c:v>
                </c:pt>
                <c:pt idx="1748">
                  <c:v>11586</c:v>
                </c:pt>
                <c:pt idx="1749">
                  <c:v>11577</c:v>
                </c:pt>
                <c:pt idx="1750">
                  <c:v>11657</c:v>
                </c:pt>
                <c:pt idx="1751">
                  <c:v>11541</c:v>
                </c:pt>
                <c:pt idx="1752">
                  <c:v>11496</c:v>
                </c:pt>
                <c:pt idx="1753">
                  <c:v>11723</c:v>
                </c:pt>
                <c:pt idx="1754">
                  <c:v>11695</c:v>
                </c:pt>
                <c:pt idx="1755">
                  <c:v>11811</c:v>
                </c:pt>
                <c:pt idx="1756">
                  <c:v>11809</c:v>
                </c:pt>
                <c:pt idx="1757">
                  <c:v>11782</c:v>
                </c:pt>
                <c:pt idx="1758">
                  <c:v>11412</c:v>
                </c:pt>
                <c:pt idx="1759">
                  <c:v>11321</c:v>
                </c:pt>
                <c:pt idx="1760">
                  <c:v>11605</c:v>
                </c:pt>
                <c:pt idx="1761">
                  <c:v>11658</c:v>
                </c:pt>
                <c:pt idx="1762">
                  <c:v>11679</c:v>
                </c:pt>
                <c:pt idx="1763">
                  <c:v>11698</c:v>
                </c:pt>
                <c:pt idx="1764">
                  <c:v>11744</c:v>
                </c:pt>
                <c:pt idx="1765">
                  <c:v>11740</c:v>
                </c:pt>
                <c:pt idx="1766">
                  <c:v>11546</c:v>
                </c:pt>
                <c:pt idx="1767">
                  <c:v>11539</c:v>
                </c:pt>
                <c:pt idx="1768">
                  <c:v>11388</c:v>
                </c:pt>
                <c:pt idx="1769">
                  <c:v>11617</c:v>
                </c:pt>
                <c:pt idx="1770">
                  <c:v>11632</c:v>
                </c:pt>
                <c:pt idx="1771">
                  <c:v>11702</c:v>
                </c:pt>
                <c:pt idx="1772">
                  <c:v>11590</c:v>
                </c:pt>
                <c:pt idx="1773">
                  <c:v>11565</c:v>
                </c:pt>
                <c:pt idx="1774">
                  <c:v>11959</c:v>
                </c:pt>
                <c:pt idx="1775">
                  <c:v>12033</c:v>
                </c:pt>
                <c:pt idx="1776">
                  <c:v>12104</c:v>
                </c:pt>
                <c:pt idx="1777">
                  <c:v>12185</c:v>
                </c:pt>
                <c:pt idx="1778">
                  <c:v>12213</c:v>
                </c:pt>
                <c:pt idx="1779">
                  <c:v>12267</c:v>
                </c:pt>
                <c:pt idx="1780">
                  <c:v>12276</c:v>
                </c:pt>
                <c:pt idx="1781">
                  <c:v>12685</c:v>
                </c:pt>
                <c:pt idx="1782">
                  <c:v>12879</c:v>
                </c:pt>
                <c:pt idx="1783">
                  <c:v>12922</c:v>
                </c:pt>
                <c:pt idx="1784">
                  <c:v>12907</c:v>
                </c:pt>
                <c:pt idx="1785">
                  <c:v>12975</c:v>
                </c:pt>
                <c:pt idx="1786">
                  <c:v>12751</c:v>
                </c:pt>
                <c:pt idx="1787">
                  <c:v>12748</c:v>
                </c:pt>
                <c:pt idx="1788">
                  <c:v>13198</c:v>
                </c:pt>
                <c:pt idx="1789">
                  <c:v>13103</c:v>
                </c:pt>
                <c:pt idx="1790">
                  <c:v>13138</c:v>
                </c:pt>
                <c:pt idx="1791">
                  <c:v>13282</c:v>
                </c:pt>
                <c:pt idx="1792">
                  <c:v>13154</c:v>
                </c:pt>
                <c:pt idx="1793">
                  <c:v>12699</c:v>
                </c:pt>
                <c:pt idx="1794">
                  <c:v>12381</c:v>
                </c:pt>
                <c:pt idx="1795">
                  <c:v>12650</c:v>
                </c:pt>
                <c:pt idx="1796">
                  <c:v>12703</c:v>
                </c:pt>
                <c:pt idx="1797">
                  <c:v>12759</c:v>
                </c:pt>
                <c:pt idx="1798">
                  <c:v>12716</c:v>
                </c:pt>
                <c:pt idx="1799">
                  <c:v>12672</c:v>
                </c:pt>
                <c:pt idx="1800">
                  <c:v>12483</c:v>
                </c:pt>
                <c:pt idx="1801">
                  <c:v>12515</c:v>
                </c:pt>
                <c:pt idx="1802">
                  <c:v>12938</c:v>
                </c:pt>
                <c:pt idx="1803">
                  <c:v>12842</c:v>
                </c:pt>
                <c:pt idx="1804">
                  <c:v>12627</c:v>
                </c:pt>
                <c:pt idx="1805">
                  <c:v>12428</c:v>
                </c:pt>
                <c:pt idx="1806">
                  <c:v>12689</c:v>
                </c:pt>
                <c:pt idx="1807">
                  <c:v>12768</c:v>
                </c:pt>
                <c:pt idx="1808">
                  <c:v>12909</c:v>
                </c:pt>
                <c:pt idx="1809">
                  <c:v>13263</c:v>
                </c:pt>
                <c:pt idx="1810">
                  <c:v>13005</c:v>
                </c:pt>
                <c:pt idx="1811">
                  <c:v>12884</c:v>
                </c:pt>
                <c:pt idx="1812">
                  <c:v>12884</c:v>
                </c:pt>
                <c:pt idx="1813">
                  <c:v>12905</c:v>
                </c:pt>
                <c:pt idx="1814">
                  <c:v>12580</c:v>
                </c:pt>
                <c:pt idx="1815">
                  <c:v>12322</c:v>
                </c:pt>
                <c:pt idx="1816">
                  <c:v>13020</c:v>
                </c:pt>
                <c:pt idx="1817">
                  <c:v>13353</c:v>
                </c:pt>
                <c:pt idx="1818">
                  <c:v>13356</c:v>
                </c:pt>
                <c:pt idx="1819">
                  <c:v>13170</c:v>
                </c:pt>
                <c:pt idx="1820">
                  <c:v>12863</c:v>
                </c:pt>
                <c:pt idx="1821">
                  <c:v>12740</c:v>
                </c:pt>
                <c:pt idx="1822">
                  <c:v>12766</c:v>
                </c:pt>
                <c:pt idx="1823">
                  <c:v>13116</c:v>
                </c:pt>
                <c:pt idx="1824">
                  <c:v>13159</c:v>
                </c:pt>
                <c:pt idx="1825">
                  <c:v>12874</c:v>
                </c:pt>
                <c:pt idx="1826">
                  <c:v>12433</c:v>
                </c:pt>
                <c:pt idx="1827">
                  <c:v>12752</c:v>
                </c:pt>
                <c:pt idx="1828">
                  <c:v>12952</c:v>
                </c:pt>
                <c:pt idx="1829">
                  <c:v>12913</c:v>
                </c:pt>
                <c:pt idx="1830">
                  <c:v>13228</c:v>
                </c:pt>
                <c:pt idx="1831">
                  <c:v>13461</c:v>
                </c:pt>
                <c:pt idx="1832">
                  <c:v>13368</c:v>
                </c:pt>
                <c:pt idx="1833">
                  <c:v>13615</c:v>
                </c:pt>
                <c:pt idx="1834">
                  <c:v>13639</c:v>
                </c:pt>
                <c:pt idx="1835">
                  <c:v>13494</c:v>
                </c:pt>
                <c:pt idx="1836">
                  <c:v>13353</c:v>
                </c:pt>
                <c:pt idx="1837">
                  <c:v>13766</c:v>
                </c:pt>
                <c:pt idx="1838">
                  <c:v>13957</c:v>
                </c:pt>
                <c:pt idx="1839">
                  <c:v>13924</c:v>
                </c:pt>
                <c:pt idx="1840">
                  <c:v>13803</c:v>
                </c:pt>
                <c:pt idx="1841">
                  <c:v>13828</c:v>
                </c:pt>
                <c:pt idx="1842">
                  <c:v>13679</c:v>
                </c:pt>
                <c:pt idx="1843">
                  <c:v>13358</c:v>
                </c:pt>
                <c:pt idx="1844">
                  <c:v>13544</c:v>
                </c:pt>
                <c:pt idx="1845">
                  <c:v>13562</c:v>
                </c:pt>
                <c:pt idx="1846">
                  <c:v>13673</c:v>
                </c:pt>
                <c:pt idx="1847">
                  <c:v>13993</c:v>
                </c:pt>
                <c:pt idx="1848">
                  <c:v>14108</c:v>
                </c:pt>
                <c:pt idx="1849">
                  <c:v>13811</c:v>
                </c:pt>
                <c:pt idx="1850">
                  <c:v>13799</c:v>
                </c:pt>
                <c:pt idx="1851">
                  <c:v>14271</c:v>
                </c:pt>
                <c:pt idx="1852">
                  <c:v>14199</c:v>
                </c:pt>
                <c:pt idx="1853">
                  <c:v>14291</c:v>
                </c:pt>
                <c:pt idx="1854">
                  <c:v>14528</c:v>
                </c:pt>
                <c:pt idx="1855">
                  <c:v>14664</c:v>
                </c:pt>
                <c:pt idx="1856">
                  <c:v>14503</c:v>
                </c:pt>
                <c:pt idx="1857">
                  <c:v>14561</c:v>
                </c:pt>
                <c:pt idx="1858">
                  <c:v>14762</c:v>
                </c:pt>
                <c:pt idx="1859">
                  <c:v>14517</c:v>
                </c:pt>
                <c:pt idx="1860">
                  <c:v>14479</c:v>
                </c:pt>
                <c:pt idx="1861">
                  <c:v>14426</c:v>
                </c:pt>
                <c:pt idx="1862">
                  <c:v>14619</c:v>
                </c:pt>
                <c:pt idx="1863">
                  <c:v>14228</c:v>
                </c:pt>
                <c:pt idx="1864">
                  <c:v>13868</c:v>
                </c:pt>
                <c:pt idx="1865">
                  <c:v>14308</c:v>
                </c:pt>
                <c:pt idx="1866">
                  <c:v>14142</c:v>
                </c:pt>
                <c:pt idx="1867">
                  <c:v>14224</c:v>
                </c:pt>
                <c:pt idx="1868">
                  <c:v>14171</c:v>
                </c:pt>
                <c:pt idx="1869">
                  <c:v>14458</c:v>
                </c:pt>
                <c:pt idx="1870">
                  <c:v>14397</c:v>
                </c:pt>
                <c:pt idx="1871">
                  <c:v>14317</c:v>
                </c:pt>
                <c:pt idx="1872">
                  <c:v>14462</c:v>
                </c:pt>
                <c:pt idx="1873">
                  <c:v>14281</c:v>
                </c:pt>
                <c:pt idx="1874">
                  <c:v>14379</c:v>
                </c:pt>
                <c:pt idx="1875">
                  <c:v>14445</c:v>
                </c:pt>
                <c:pt idx="1876">
                  <c:v>14281</c:v>
                </c:pt>
                <c:pt idx="1877">
                  <c:v>13791</c:v>
                </c:pt>
                <c:pt idx="1878">
                  <c:v>13424</c:v>
                </c:pt>
                <c:pt idx="1879">
                  <c:v>13327</c:v>
                </c:pt>
                <c:pt idx="1880">
                  <c:v>13759</c:v>
                </c:pt>
                <c:pt idx="1881">
                  <c:v>13843</c:v>
                </c:pt>
                <c:pt idx="1882">
                  <c:v>13900</c:v>
                </c:pt>
                <c:pt idx="1883">
                  <c:v>13470</c:v>
                </c:pt>
                <c:pt idx="1884">
                  <c:v>12883</c:v>
                </c:pt>
                <c:pt idx="1885">
                  <c:v>12589</c:v>
                </c:pt>
                <c:pt idx="1886">
                  <c:v>12907</c:v>
                </c:pt>
                <c:pt idx="1887">
                  <c:v>12983</c:v>
                </c:pt>
                <c:pt idx="1888">
                  <c:v>12856</c:v>
                </c:pt>
                <c:pt idx="1889">
                  <c:v>12853</c:v>
                </c:pt>
                <c:pt idx="1890">
                  <c:v>12757</c:v>
                </c:pt>
                <c:pt idx="1891">
                  <c:v>12511</c:v>
                </c:pt>
                <c:pt idx="1892">
                  <c:v>12383</c:v>
                </c:pt>
                <c:pt idx="1893">
                  <c:v>12356</c:v>
                </c:pt>
                <c:pt idx="1894">
                  <c:v>12322</c:v>
                </c:pt>
                <c:pt idx="1895">
                  <c:v>12093</c:v>
                </c:pt>
                <c:pt idx="1896">
                  <c:v>11977</c:v>
                </c:pt>
                <c:pt idx="1897">
                  <c:v>11867</c:v>
                </c:pt>
                <c:pt idx="1898">
                  <c:v>11529</c:v>
                </c:pt>
                <c:pt idx="1899">
                  <c:v>11368</c:v>
                </c:pt>
                <c:pt idx="1900">
                  <c:v>11760</c:v>
                </c:pt>
                <c:pt idx="1901">
                  <c:v>11698</c:v>
                </c:pt>
                <c:pt idx="1902">
                  <c:v>11836</c:v>
                </c:pt>
                <c:pt idx="1903">
                  <c:v>11962</c:v>
                </c:pt>
                <c:pt idx="1904">
                  <c:v>11877</c:v>
                </c:pt>
                <c:pt idx="1905">
                  <c:v>11669</c:v>
                </c:pt>
                <c:pt idx="1906">
                  <c:v>11430</c:v>
                </c:pt>
                <c:pt idx="1907">
                  <c:v>11534</c:v>
                </c:pt>
                <c:pt idx="1908">
                  <c:v>11494</c:v>
                </c:pt>
                <c:pt idx="1909">
                  <c:v>11379</c:v>
                </c:pt>
                <c:pt idx="1910">
                  <c:v>11220</c:v>
                </c:pt>
                <c:pt idx="1911">
                  <c:v>11209</c:v>
                </c:pt>
                <c:pt idx="1912">
                  <c:v>11118</c:v>
                </c:pt>
                <c:pt idx="1913">
                  <c:v>10912</c:v>
                </c:pt>
                <c:pt idx="1914">
                  <c:v>11128</c:v>
                </c:pt>
                <c:pt idx="1915">
                  <c:v>11071</c:v>
                </c:pt>
                <c:pt idx="1916">
                  <c:v>11149</c:v>
                </c:pt>
                <c:pt idx="1917">
                  <c:v>11222</c:v>
                </c:pt>
                <c:pt idx="1918">
                  <c:v>11305</c:v>
                </c:pt>
                <c:pt idx="1919">
                  <c:v>11126</c:v>
                </c:pt>
                <c:pt idx="1920">
                  <c:v>10996</c:v>
                </c:pt>
                <c:pt idx="1921">
                  <c:v>11270</c:v>
                </c:pt>
                <c:pt idx="1922">
                  <c:v>11354</c:v>
                </c:pt>
                <c:pt idx="1923">
                  <c:v>11541</c:v>
                </c:pt>
                <c:pt idx="1924">
                  <c:v>11589</c:v>
                </c:pt>
                <c:pt idx="1925">
                  <c:v>11433</c:v>
                </c:pt>
                <c:pt idx="1926">
                  <c:v>11188</c:v>
                </c:pt>
                <c:pt idx="1927">
                  <c:v>10819</c:v>
                </c:pt>
                <c:pt idx="1928">
                  <c:v>10964</c:v>
                </c:pt>
                <c:pt idx="1929">
                  <c:v>10917</c:v>
                </c:pt>
                <c:pt idx="1930">
                  <c:v>10880</c:v>
                </c:pt>
                <c:pt idx="1931">
                  <c:v>10822</c:v>
                </c:pt>
                <c:pt idx="1932">
                  <c:v>10826</c:v>
                </c:pt>
                <c:pt idx="1933">
                  <c:v>10799</c:v>
                </c:pt>
                <c:pt idx="1934">
                  <c:v>10794</c:v>
                </c:pt>
                <c:pt idx="1935">
                  <c:v>10875</c:v>
                </c:pt>
                <c:pt idx="1936">
                  <c:v>10767</c:v>
                </c:pt>
                <c:pt idx="1937">
                  <c:v>10809</c:v>
                </c:pt>
                <c:pt idx="1938">
                  <c:v>11047</c:v>
                </c:pt>
                <c:pt idx="1939">
                  <c:v>11124</c:v>
                </c:pt>
                <c:pt idx="1940">
                  <c:v>11094</c:v>
                </c:pt>
                <c:pt idx="1941">
                  <c:v>11218</c:v>
                </c:pt>
                <c:pt idx="1942">
                  <c:v>11391</c:v>
                </c:pt>
                <c:pt idx="1943">
                  <c:v>11520</c:v>
                </c:pt>
                <c:pt idx="1944">
                  <c:v>11531</c:v>
                </c:pt>
                <c:pt idx="1945">
                  <c:v>11405</c:v>
                </c:pt>
                <c:pt idx="1946">
                  <c:v>10926</c:v>
                </c:pt>
                <c:pt idx="1947">
                  <c:v>10654</c:v>
                </c:pt>
                <c:pt idx="1948">
                  <c:v>10420</c:v>
                </c:pt>
                <c:pt idx="1949">
                  <c:v>10635</c:v>
                </c:pt>
                <c:pt idx="1950">
                  <c:v>10397</c:v>
                </c:pt>
                <c:pt idx="1951">
                  <c:v>10528</c:v>
                </c:pt>
                <c:pt idx="1952">
                  <c:v>10698</c:v>
                </c:pt>
                <c:pt idx="1953">
                  <c:v>10669</c:v>
                </c:pt>
                <c:pt idx="1954">
                  <c:v>10385</c:v>
                </c:pt>
                <c:pt idx="1955">
                  <c:v>10340</c:v>
                </c:pt>
                <c:pt idx="1956">
                  <c:v>10367</c:v>
                </c:pt>
                <c:pt idx="1957">
                  <c:v>10445</c:v>
                </c:pt>
                <c:pt idx="1958">
                  <c:v>10208</c:v>
                </c:pt>
                <c:pt idx="1959">
                  <c:v>10111</c:v>
                </c:pt>
                <c:pt idx="1960">
                  <c:v>10224</c:v>
                </c:pt>
                <c:pt idx="1961">
                  <c:v>10056</c:v>
                </c:pt>
                <c:pt idx="1962">
                  <c:v>9842</c:v>
                </c:pt>
                <c:pt idx="1963">
                  <c:v>9970</c:v>
                </c:pt>
                <c:pt idx="1964">
                  <c:v>9919</c:v>
                </c:pt>
                <c:pt idx="1965">
                  <c:v>9781</c:v>
                </c:pt>
                <c:pt idx="1966">
                  <c:v>9724</c:v>
                </c:pt>
                <c:pt idx="1967">
                  <c:v>9866</c:v>
                </c:pt>
                <c:pt idx="1968">
                  <c:v>9782</c:v>
                </c:pt>
                <c:pt idx="1969">
                  <c:v>9641</c:v>
                </c:pt>
                <c:pt idx="1970">
                  <c:v>9912</c:v>
                </c:pt>
                <c:pt idx="1971">
                  <c:v>10000</c:v>
                </c:pt>
                <c:pt idx="1972">
                  <c:v>10213</c:v>
                </c:pt>
                <c:pt idx="1973">
                  <c:v>10514</c:v>
                </c:pt>
                <c:pt idx="1974">
                  <c:v>10692</c:v>
                </c:pt>
                <c:pt idx="1975">
                  <c:v>10453</c:v>
                </c:pt>
                <c:pt idx="1976">
                  <c:v>10100</c:v>
                </c:pt>
                <c:pt idx="1977">
                  <c:v>10220</c:v>
                </c:pt>
                <c:pt idx="1978">
                  <c:v>10117</c:v>
                </c:pt>
                <c:pt idx="1979">
                  <c:v>9941</c:v>
                </c:pt>
                <c:pt idx="1980">
                  <c:v>9887</c:v>
                </c:pt>
                <c:pt idx="1981">
                  <c:v>9837</c:v>
                </c:pt>
                <c:pt idx="1982">
                  <c:v>9514</c:v>
                </c:pt>
                <c:pt idx="1983">
                  <c:v>9399</c:v>
                </c:pt>
                <c:pt idx="1984">
                  <c:v>9732</c:v>
                </c:pt>
                <c:pt idx="1985">
                  <c:v>9697</c:v>
                </c:pt>
                <c:pt idx="1986">
                  <c:v>9587</c:v>
                </c:pt>
                <c:pt idx="1987">
                  <c:v>9611</c:v>
                </c:pt>
                <c:pt idx="1988">
                  <c:v>9452</c:v>
                </c:pt>
                <c:pt idx="1989">
                  <c:v>9410</c:v>
                </c:pt>
                <c:pt idx="1990">
                  <c:v>9297</c:v>
                </c:pt>
                <c:pt idx="1991">
                  <c:v>9636</c:v>
                </c:pt>
                <c:pt idx="1992">
                  <c:v>9633</c:v>
                </c:pt>
                <c:pt idx="1993">
                  <c:v>9740</c:v>
                </c:pt>
                <c:pt idx="1994">
                  <c:v>9731</c:v>
                </c:pt>
                <c:pt idx="1995">
                  <c:v>9619</c:v>
                </c:pt>
                <c:pt idx="1996">
                  <c:v>9462</c:v>
                </c:pt>
                <c:pt idx="1997">
                  <c:v>9429</c:v>
                </c:pt>
                <c:pt idx="1998">
                  <c:v>9646</c:v>
                </c:pt>
                <c:pt idx="1999">
                  <c:v>9594</c:v>
                </c:pt>
                <c:pt idx="2000">
                  <c:v>9646</c:v>
                </c:pt>
                <c:pt idx="2001">
                  <c:v>9665</c:v>
                </c:pt>
                <c:pt idx="2002">
                  <c:v>9645</c:v>
                </c:pt>
                <c:pt idx="2003">
                  <c:v>9490</c:v>
                </c:pt>
                <c:pt idx="2004">
                  <c:v>9495</c:v>
                </c:pt>
                <c:pt idx="2005">
                  <c:v>9785</c:v>
                </c:pt>
                <c:pt idx="2006">
                  <c:v>9801</c:v>
                </c:pt>
                <c:pt idx="2007">
                  <c:v>9692</c:v>
                </c:pt>
                <c:pt idx="2008">
                  <c:v>9631</c:v>
                </c:pt>
                <c:pt idx="2009">
                  <c:v>9583</c:v>
                </c:pt>
                <c:pt idx="2010">
                  <c:v>9314</c:v>
                </c:pt>
                <c:pt idx="2011">
                  <c:v>9286</c:v>
                </c:pt>
                <c:pt idx="2012">
                  <c:v>9530</c:v>
                </c:pt>
                <c:pt idx="2013">
                  <c:v>9436</c:v>
                </c:pt>
                <c:pt idx="2014">
                  <c:v>9416</c:v>
                </c:pt>
                <c:pt idx="2015">
                  <c:v>9401</c:v>
                </c:pt>
                <c:pt idx="2016">
                  <c:v>9488</c:v>
                </c:pt>
                <c:pt idx="2017">
                  <c:v>9376</c:v>
                </c:pt>
                <c:pt idx="2018">
                  <c:v>9377</c:v>
                </c:pt>
                <c:pt idx="2019">
                  <c:v>9696</c:v>
                </c:pt>
                <c:pt idx="2020">
                  <c:v>9614</c:v>
                </c:pt>
                <c:pt idx="2021">
                  <c:v>9643</c:v>
                </c:pt>
                <c:pt idx="2022">
                  <c:v>9607</c:v>
                </c:pt>
                <c:pt idx="2023">
                  <c:v>9643</c:v>
                </c:pt>
                <c:pt idx="2024">
                  <c:v>9560</c:v>
                </c:pt>
                <c:pt idx="2025">
                  <c:v>9472</c:v>
                </c:pt>
                <c:pt idx="2026">
                  <c:v>9575</c:v>
                </c:pt>
                <c:pt idx="2027">
                  <c:v>9701</c:v>
                </c:pt>
                <c:pt idx="2028">
                  <c:v>9664</c:v>
                </c:pt>
                <c:pt idx="2029">
                  <c:v>9627</c:v>
                </c:pt>
                <c:pt idx="2030">
                  <c:v>9637</c:v>
                </c:pt>
                <c:pt idx="2031">
                  <c:v>9483</c:v>
                </c:pt>
                <c:pt idx="2032">
                  <c:v>9390</c:v>
                </c:pt>
                <c:pt idx="2033">
                  <c:v>9768</c:v>
                </c:pt>
                <c:pt idx="2034">
                  <c:v>9760</c:v>
                </c:pt>
                <c:pt idx="2035">
                  <c:v>9773</c:v>
                </c:pt>
                <c:pt idx="2036">
                  <c:v>9774</c:v>
                </c:pt>
                <c:pt idx="2037">
                  <c:v>9823</c:v>
                </c:pt>
                <c:pt idx="2038">
                  <c:v>9608</c:v>
                </c:pt>
                <c:pt idx="2039">
                  <c:v>9444</c:v>
                </c:pt>
                <c:pt idx="2040">
                  <c:v>9682</c:v>
                </c:pt>
                <c:pt idx="2041">
                  <c:v>9769</c:v>
                </c:pt>
                <c:pt idx="2042">
                  <c:v>9848</c:v>
                </c:pt>
                <c:pt idx="2043">
                  <c:v>9975</c:v>
                </c:pt>
                <c:pt idx="2044">
                  <c:v>9821</c:v>
                </c:pt>
                <c:pt idx="2045">
                  <c:v>9603</c:v>
                </c:pt>
                <c:pt idx="2046">
                  <c:v>9461</c:v>
                </c:pt>
                <c:pt idx="2047">
                  <c:v>9728</c:v>
                </c:pt>
                <c:pt idx="2048">
                  <c:v>9682</c:v>
                </c:pt>
                <c:pt idx="2049">
                  <c:v>9731</c:v>
                </c:pt>
                <c:pt idx="2050">
                  <c:v>9750</c:v>
                </c:pt>
                <c:pt idx="2051">
                  <c:v>9747</c:v>
                </c:pt>
                <c:pt idx="2052">
                  <c:v>9714</c:v>
                </c:pt>
                <c:pt idx="2053">
                  <c:v>9625</c:v>
                </c:pt>
                <c:pt idx="2054">
                  <c:v>9755</c:v>
                </c:pt>
                <c:pt idx="2055">
                  <c:v>9731</c:v>
                </c:pt>
                <c:pt idx="2056">
                  <c:v>9907</c:v>
                </c:pt>
                <c:pt idx="2057">
                  <c:v>9800</c:v>
                </c:pt>
                <c:pt idx="2058">
                  <c:v>9852</c:v>
                </c:pt>
                <c:pt idx="2059">
                  <c:v>9681</c:v>
                </c:pt>
                <c:pt idx="2060">
                  <c:v>9704</c:v>
                </c:pt>
                <c:pt idx="2061">
                  <c:v>9997</c:v>
                </c:pt>
                <c:pt idx="2062">
                  <c:v>10017</c:v>
                </c:pt>
                <c:pt idx="2063">
                  <c:v>10003</c:v>
                </c:pt>
                <c:pt idx="2064">
                  <c:v>10023</c:v>
                </c:pt>
                <c:pt idx="2065">
                  <c:v>10044</c:v>
                </c:pt>
                <c:pt idx="2066">
                  <c:v>9847</c:v>
                </c:pt>
                <c:pt idx="2067">
                  <c:v>9823</c:v>
                </c:pt>
                <c:pt idx="2068">
                  <c:v>10026</c:v>
                </c:pt>
                <c:pt idx="2069">
                  <c:v>9918</c:v>
                </c:pt>
                <c:pt idx="2070">
                  <c:v>10004</c:v>
                </c:pt>
                <c:pt idx="2071">
                  <c:v>10029</c:v>
                </c:pt>
                <c:pt idx="2072">
                  <c:v>10218</c:v>
                </c:pt>
                <c:pt idx="2073">
                  <c:v>10023</c:v>
                </c:pt>
                <c:pt idx="2074">
                  <c:v>10046</c:v>
                </c:pt>
                <c:pt idx="2075">
                  <c:v>10329</c:v>
                </c:pt>
                <c:pt idx="2076">
                  <c:v>10279</c:v>
                </c:pt>
                <c:pt idx="2077">
                  <c:v>10038</c:v>
                </c:pt>
                <c:pt idx="2078">
                  <c:v>10016</c:v>
                </c:pt>
                <c:pt idx="2079">
                  <c:v>10147</c:v>
                </c:pt>
                <c:pt idx="2080">
                  <c:v>10057</c:v>
                </c:pt>
                <c:pt idx="2081">
                  <c:v>10038</c:v>
                </c:pt>
                <c:pt idx="2082">
                  <c:v>10237</c:v>
                </c:pt>
                <c:pt idx="2083">
                  <c:v>10391</c:v>
                </c:pt>
                <c:pt idx="2084">
                  <c:v>10444</c:v>
                </c:pt>
                <c:pt idx="2085">
                  <c:v>10416</c:v>
                </c:pt>
                <c:pt idx="2086">
                  <c:v>10400</c:v>
                </c:pt>
                <c:pt idx="2087">
                  <c:v>10324</c:v>
                </c:pt>
                <c:pt idx="2088">
                  <c:v>10283</c:v>
                </c:pt>
                <c:pt idx="2089">
                  <c:v>10577</c:v>
                </c:pt>
                <c:pt idx="2090">
                  <c:v>10656</c:v>
                </c:pt>
                <c:pt idx="2091">
                  <c:v>10638</c:v>
                </c:pt>
                <c:pt idx="2092">
                  <c:v>10630</c:v>
                </c:pt>
                <c:pt idx="2093">
                  <c:v>10573</c:v>
                </c:pt>
                <c:pt idx="2094">
                  <c:v>10478</c:v>
                </c:pt>
                <c:pt idx="2095">
                  <c:v>10319</c:v>
                </c:pt>
                <c:pt idx="2096">
                  <c:v>10611</c:v>
                </c:pt>
                <c:pt idx="2097">
                  <c:v>10760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6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68C"/>
                    </a:solidFill>
                    <a:latin typeface="Arial"/>
                  </a:rPr>
                  <a:t>Среднесуточная температура, °C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6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ax val="15000"/>
          <c:min val="8000"/>
        </c:scaling>
        <c:delete val="0"/>
        <c:axPos val="l"/>
        <c:majorGridlines>
          <c:spPr>
            <a:ln w="9525" cap="flat">
              <a:solidFill>
                <a:srgbClr val="D3DA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6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68C"/>
                    </a:solidFill>
                    <a:latin typeface="Arial"/>
                  </a:rPr>
                  <a:t>Потребление, МВт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6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7"/>
          <c:h val="0.74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D3748"/>
            </a:solidFill>
            <a:ln w="25400" cap="flat">
              <a:solidFill>
                <a:srgbClr val="2D37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3748"/>
              </a:solidFill>
              <a:ln w="9525" cap="flat">
                <a:solidFill>
                  <a:srgbClr val="2D37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Sheet1!$A$2:$A$169</c:f>
              <c:multiLvlStrCache>
                <c:ptCount val="16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  <c:pt idx="121">
                    <c:v>121</c:v>
                  </c:pt>
                  <c:pt idx="122">
                    <c:v>122</c:v>
                  </c:pt>
                  <c:pt idx="123">
                    <c:v>123</c:v>
                  </c:pt>
                  <c:pt idx="124">
                    <c:v>124</c:v>
                  </c:pt>
                  <c:pt idx="125">
                    <c:v>125</c:v>
                  </c:pt>
                  <c:pt idx="126">
                    <c:v>126</c:v>
                  </c:pt>
                  <c:pt idx="127">
                    <c:v>127</c:v>
                  </c:pt>
                  <c:pt idx="128">
                    <c:v>128</c:v>
                  </c:pt>
                  <c:pt idx="129">
                    <c:v>129</c:v>
                  </c:pt>
                  <c:pt idx="130">
                    <c:v>130</c:v>
                  </c:pt>
                  <c:pt idx="131">
                    <c:v>131</c:v>
                  </c:pt>
                  <c:pt idx="132">
                    <c:v>132</c:v>
                  </c:pt>
                  <c:pt idx="133">
                    <c:v>133</c:v>
                  </c:pt>
                  <c:pt idx="134">
                    <c:v>134</c:v>
                  </c:pt>
                  <c:pt idx="135">
                    <c:v>135</c:v>
                  </c:pt>
                  <c:pt idx="136">
                    <c:v>136</c:v>
                  </c:pt>
                  <c:pt idx="137">
                    <c:v>137</c:v>
                  </c:pt>
                  <c:pt idx="138">
                    <c:v>138</c:v>
                  </c:pt>
                  <c:pt idx="139">
                    <c:v>139</c:v>
                  </c:pt>
                  <c:pt idx="140">
                    <c:v>140</c:v>
                  </c:pt>
                  <c:pt idx="141">
                    <c:v>141</c:v>
                  </c:pt>
                  <c:pt idx="142">
                    <c:v>142</c:v>
                  </c:pt>
                  <c:pt idx="143">
                    <c:v>143</c:v>
                  </c:pt>
                  <c:pt idx="144">
                    <c:v>144</c:v>
                  </c:pt>
                  <c:pt idx="145">
                    <c:v>145</c:v>
                  </c:pt>
                  <c:pt idx="146">
                    <c:v>146</c:v>
                  </c:pt>
                  <c:pt idx="147">
                    <c:v>147</c:v>
                  </c:pt>
                  <c:pt idx="148">
                    <c:v>148</c:v>
                  </c:pt>
                  <c:pt idx="149">
                    <c:v>149</c:v>
                  </c:pt>
                  <c:pt idx="150">
                    <c:v>150</c:v>
                  </c:pt>
                  <c:pt idx="151">
                    <c:v>151</c:v>
                  </c:pt>
                  <c:pt idx="152">
                    <c:v>152</c:v>
                  </c:pt>
                  <c:pt idx="153">
                    <c:v>153</c:v>
                  </c:pt>
                  <c:pt idx="154">
                    <c:v>154</c:v>
                  </c:pt>
                  <c:pt idx="155">
                    <c:v>155</c:v>
                  </c:pt>
                  <c:pt idx="156">
                    <c:v>156</c:v>
                  </c:pt>
                  <c:pt idx="157">
                    <c:v>157</c:v>
                  </c:pt>
                  <c:pt idx="158">
                    <c:v>158</c:v>
                  </c:pt>
                  <c:pt idx="159">
                    <c:v>159</c:v>
                  </c:pt>
                  <c:pt idx="160">
                    <c:v>160</c:v>
                  </c:pt>
                  <c:pt idx="161">
                    <c:v>161</c:v>
                  </c:pt>
                  <c:pt idx="162">
                    <c:v>162</c:v>
                  </c:pt>
                  <c:pt idx="163">
                    <c:v>163</c:v>
                  </c:pt>
                  <c:pt idx="164">
                    <c:v>164</c:v>
                  </c:pt>
                  <c:pt idx="165">
                    <c:v>165</c:v>
                  </c:pt>
                  <c:pt idx="166">
                    <c:v>166</c:v>
                  </c:pt>
                  <c:pt idx="167">
                    <c:v>167</c:v>
                  </c:pt>
                </c:lvl>
              </c:multiLvlStrCache>
            </c:multiLvlStrRef>
          </c:cat>
          <c:val>
            <c:numRef>
              <c:f>Sheet1!$B$2:$B$169</c:f>
              <c:numCache>
                <c:formatCode>General</c:formatCode>
                <c:ptCount val="168"/>
                <c:pt idx="0">
                  <c:v>13397</c:v>
                </c:pt>
                <c:pt idx="1">
                  <c:v>12931</c:v>
                </c:pt>
                <c:pt idx="2">
                  <c:v>12726</c:v>
                </c:pt>
                <c:pt idx="3">
                  <c:v>12570</c:v>
                </c:pt>
                <c:pt idx="4">
                  <c:v>12484</c:v>
                </c:pt>
                <c:pt idx="5">
                  <c:v>12615</c:v>
                </c:pt>
                <c:pt idx="6">
                  <c:v>13011</c:v>
                </c:pt>
                <c:pt idx="7">
                  <c:v>13554</c:v>
                </c:pt>
                <c:pt idx="8">
                  <c:v>14238</c:v>
                </c:pt>
                <c:pt idx="9">
                  <c:v>14884</c:v>
                </c:pt>
                <c:pt idx="10">
                  <c:v>15207</c:v>
                </c:pt>
                <c:pt idx="11">
                  <c:v>15276</c:v>
                </c:pt>
                <c:pt idx="12">
                  <c:v>15226</c:v>
                </c:pt>
                <c:pt idx="13">
                  <c:v>15207</c:v>
                </c:pt>
                <c:pt idx="14">
                  <c:v>15176</c:v>
                </c:pt>
                <c:pt idx="15">
                  <c:v>15092</c:v>
                </c:pt>
                <c:pt idx="16">
                  <c:v>15085</c:v>
                </c:pt>
                <c:pt idx="17">
                  <c:v>15116</c:v>
                </c:pt>
                <c:pt idx="18">
                  <c:v>15280</c:v>
                </c:pt>
                <c:pt idx="19">
                  <c:v>15244</c:v>
                </c:pt>
                <c:pt idx="20">
                  <c:v>14935</c:v>
                </c:pt>
                <c:pt idx="21">
                  <c:v>14766</c:v>
                </c:pt>
                <c:pt idx="22">
                  <c:v>14490</c:v>
                </c:pt>
                <c:pt idx="23">
                  <c:v>13983</c:v>
                </c:pt>
                <c:pt idx="24">
                  <c:v>13465</c:v>
                </c:pt>
                <c:pt idx="25">
                  <c:v>13017</c:v>
                </c:pt>
                <c:pt idx="26">
                  <c:v>12758</c:v>
                </c:pt>
                <c:pt idx="27">
                  <c:v>12620</c:v>
                </c:pt>
                <c:pt idx="28">
                  <c:v>12612</c:v>
                </c:pt>
                <c:pt idx="29">
                  <c:v>12694</c:v>
                </c:pt>
                <c:pt idx="30">
                  <c:v>13187</c:v>
                </c:pt>
                <c:pt idx="31">
                  <c:v>13580</c:v>
                </c:pt>
                <c:pt idx="32">
                  <c:v>14188</c:v>
                </c:pt>
                <c:pt idx="33">
                  <c:v>14874</c:v>
                </c:pt>
                <c:pt idx="34">
                  <c:v>15044</c:v>
                </c:pt>
                <c:pt idx="35">
                  <c:v>15090</c:v>
                </c:pt>
                <c:pt idx="36">
                  <c:v>15021</c:v>
                </c:pt>
                <c:pt idx="37">
                  <c:v>14936</c:v>
                </c:pt>
                <c:pt idx="38">
                  <c:v>14906</c:v>
                </c:pt>
                <c:pt idx="39">
                  <c:v>14887</c:v>
                </c:pt>
                <c:pt idx="40">
                  <c:v>14926</c:v>
                </c:pt>
                <c:pt idx="41">
                  <c:v>14925</c:v>
                </c:pt>
                <c:pt idx="42">
                  <c:v>15102</c:v>
                </c:pt>
                <c:pt idx="43">
                  <c:v>15119</c:v>
                </c:pt>
                <c:pt idx="44">
                  <c:v>14845</c:v>
                </c:pt>
                <c:pt idx="45">
                  <c:v>14629</c:v>
                </c:pt>
                <c:pt idx="46">
                  <c:v>14419</c:v>
                </c:pt>
                <c:pt idx="47">
                  <c:v>13925</c:v>
                </c:pt>
                <c:pt idx="48">
                  <c:v>13437</c:v>
                </c:pt>
                <c:pt idx="49">
                  <c:v>13056</c:v>
                </c:pt>
                <c:pt idx="50">
                  <c:v>12839</c:v>
                </c:pt>
                <c:pt idx="51">
                  <c:v>12657</c:v>
                </c:pt>
                <c:pt idx="52">
                  <c:v>12665</c:v>
                </c:pt>
                <c:pt idx="53">
                  <c:v>12792</c:v>
                </c:pt>
                <c:pt idx="54">
                  <c:v>13214</c:v>
                </c:pt>
                <c:pt idx="55">
                  <c:v>13664</c:v>
                </c:pt>
                <c:pt idx="56">
                  <c:v>14260</c:v>
                </c:pt>
                <c:pt idx="57">
                  <c:v>14893</c:v>
                </c:pt>
                <c:pt idx="58">
                  <c:v>15106</c:v>
                </c:pt>
                <c:pt idx="59">
                  <c:v>15121</c:v>
                </c:pt>
                <c:pt idx="60">
                  <c:v>15032</c:v>
                </c:pt>
                <c:pt idx="61">
                  <c:v>15055</c:v>
                </c:pt>
                <c:pt idx="62">
                  <c:v>15048</c:v>
                </c:pt>
                <c:pt idx="63">
                  <c:v>14990</c:v>
                </c:pt>
                <c:pt idx="64">
                  <c:v>15041</c:v>
                </c:pt>
                <c:pt idx="65">
                  <c:v>15055</c:v>
                </c:pt>
                <c:pt idx="66">
                  <c:v>15262</c:v>
                </c:pt>
                <c:pt idx="67">
                  <c:v>15267</c:v>
                </c:pt>
                <c:pt idx="68">
                  <c:v>15059</c:v>
                </c:pt>
                <c:pt idx="69">
                  <c:v>14823</c:v>
                </c:pt>
                <c:pt idx="70">
                  <c:v>14569</c:v>
                </c:pt>
                <c:pt idx="71">
                  <c:v>14084</c:v>
                </c:pt>
                <c:pt idx="72">
                  <c:v>13703</c:v>
                </c:pt>
                <c:pt idx="73">
                  <c:v>13252</c:v>
                </c:pt>
                <c:pt idx="74">
                  <c:v>12998</c:v>
                </c:pt>
                <c:pt idx="75">
                  <c:v>12853</c:v>
                </c:pt>
                <c:pt idx="76">
                  <c:v>12822</c:v>
                </c:pt>
                <c:pt idx="77">
                  <c:v>12931</c:v>
                </c:pt>
                <c:pt idx="78">
                  <c:v>13352</c:v>
                </c:pt>
                <c:pt idx="79">
                  <c:v>13963</c:v>
                </c:pt>
                <c:pt idx="80">
                  <c:v>14543</c:v>
                </c:pt>
                <c:pt idx="81">
                  <c:v>15138</c:v>
                </c:pt>
                <c:pt idx="82">
                  <c:v>15457</c:v>
                </c:pt>
                <c:pt idx="83">
                  <c:v>15541</c:v>
                </c:pt>
                <c:pt idx="84">
                  <c:v>15490</c:v>
                </c:pt>
                <c:pt idx="85">
                  <c:v>15394</c:v>
                </c:pt>
                <c:pt idx="86">
                  <c:v>15312</c:v>
                </c:pt>
                <c:pt idx="87">
                  <c:v>15248</c:v>
                </c:pt>
                <c:pt idx="88">
                  <c:v>15204</c:v>
                </c:pt>
                <c:pt idx="89">
                  <c:v>15238</c:v>
                </c:pt>
                <c:pt idx="90">
                  <c:v>15465</c:v>
                </c:pt>
                <c:pt idx="91">
                  <c:v>15454</c:v>
                </c:pt>
                <c:pt idx="92">
                  <c:v>15240</c:v>
                </c:pt>
                <c:pt idx="93">
                  <c:v>15006</c:v>
                </c:pt>
                <c:pt idx="94">
                  <c:v>14733</c:v>
                </c:pt>
                <c:pt idx="95">
                  <c:v>14340</c:v>
                </c:pt>
                <c:pt idx="96">
                  <c:v>13879</c:v>
                </c:pt>
                <c:pt idx="97">
                  <c:v>13455</c:v>
                </c:pt>
                <c:pt idx="98">
                  <c:v>13214</c:v>
                </c:pt>
                <c:pt idx="99">
                  <c:v>13065</c:v>
                </c:pt>
                <c:pt idx="100">
                  <c:v>13033</c:v>
                </c:pt>
                <c:pt idx="101">
                  <c:v>13203</c:v>
                </c:pt>
                <c:pt idx="102">
                  <c:v>13569</c:v>
                </c:pt>
                <c:pt idx="103">
                  <c:v>14056</c:v>
                </c:pt>
                <c:pt idx="104">
                  <c:v>14736</c:v>
                </c:pt>
                <c:pt idx="105">
                  <c:v>15319</c:v>
                </c:pt>
                <c:pt idx="106">
                  <c:v>15586</c:v>
                </c:pt>
                <c:pt idx="107">
                  <c:v>15723</c:v>
                </c:pt>
                <c:pt idx="108">
                  <c:v>15551</c:v>
                </c:pt>
                <c:pt idx="109">
                  <c:v>15503</c:v>
                </c:pt>
                <c:pt idx="110">
                  <c:v>15360</c:v>
                </c:pt>
                <c:pt idx="111">
                  <c:v>15199</c:v>
                </c:pt>
                <c:pt idx="112">
                  <c:v>15164</c:v>
                </c:pt>
                <c:pt idx="113">
                  <c:v>15251</c:v>
                </c:pt>
                <c:pt idx="114">
                  <c:v>15569</c:v>
                </c:pt>
                <c:pt idx="115">
                  <c:v>15623</c:v>
                </c:pt>
                <c:pt idx="116">
                  <c:v>15364</c:v>
                </c:pt>
                <c:pt idx="117">
                  <c:v>15125</c:v>
                </c:pt>
                <c:pt idx="118">
                  <c:v>14930</c:v>
                </c:pt>
                <c:pt idx="119">
                  <c:v>14471</c:v>
                </c:pt>
                <c:pt idx="120">
                  <c:v>14088</c:v>
                </c:pt>
                <c:pt idx="121">
                  <c:v>13638</c:v>
                </c:pt>
                <c:pt idx="122">
                  <c:v>13369</c:v>
                </c:pt>
                <c:pt idx="123">
                  <c:v>13271</c:v>
                </c:pt>
                <c:pt idx="124">
                  <c:v>13076</c:v>
                </c:pt>
                <c:pt idx="125">
                  <c:v>13161</c:v>
                </c:pt>
                <c:pt idx="126">
                  <c:v>13353</c:v>
                </c:pt>
                <c:pt idx="127">
                  <c:v>13527</c:v>
                </c:pt>
                <c:pt idx="128">
                  <c:v>13891</c:v>
                </c:pt>
                <c:pt idx="129">
                  <c:v>14441</c:v>
                </c:pt>
                <c:pt idx="130">
                  <c:v>14952</c:v>
                </c:pt>
                <c:pt idx="131">
                  <c:v>15215</c:v>
                </c:pt>
                <c:pt idx="132">
                  <c:v>15257</c:v>
                </c:pt>
                <c:pt idx="133">
                  <c:v>15189</c:v>
                </c:pt>
                <c:pt idx="134">
                  <c:v>15177</c:v>
                </c:pt>
                <c:pt idx="135">
                  <c:v>15064</c:v>
                </c:pt>
                <c:pt idx="136">
                  <c:v>15101</c:v>
                </c:pt>
                <c:pt idx="137">
                  <c:v>15241</c:v>
                </c:pt>
                <c:pt idx="138">
                  <c:v>15611</c:v>
                </c:pt>
                <c:pt idx="139">
                  <c:v>15617</c:v>
                </c:pt>
                <c:pt idx="140">
                  <c:v>15329</c:v>
                </c:pt>
                <c:pt idx="141">
                  <c:v>15168</c:v>
                </c:pt>
                <c:pt idx="142">
                  <c:v>14867</c:v>
                </c:pt>
                <c:pt idx="143">
                  <c:v>14460</c:v>
                </c:pt>
                <c:pt idx="144">
                  <c:v>14152</c:v>
                </c:pt>
                <c:pt idx="145">
                  <c:v>13669</c:v>
                </c:pt>
                <c:pt idx="146">
                  <c:v>13415</c:v>
                </c:pt>
                <c:pt idx="147">
                  <c:v>13233</c:v>
                </c:pt>
                <c:pt idx="148">
                  <c:v>13152</c:v>
                </c:pt>
                <c:pt idx="149">
                  <c:v>13223</c:v>
                </c:pt>
                <c:pt idx="150">
                  <c:v>13430</c:v>
                </c:pt>
                <c:pt idx="151">
                  <c:v>13626</c:v>
                </c:pt>
                <c:pt idx="152">
                  <c:v>13856</c:v>
                </c:pt>
                <c:pt idx="153">
                  <c:v>14356</c:v>
                </c:pt>
                <c:pt idx="154">
                  <c:v>14864</c:v>
                </c:pt>
                <c:pt idx="155">
                  <c:v>15216</c:v>
                </c:pt>
                <c:pt idx="156">
                  <c:v>15338</c:v>
                </c:pt>
                <c:pt idx="157">
                  <c:v>15257</c:v>
                </c:pt>
                <c:pt idx="158">
                  <c:v>15260</c:v>
                </c:pt>
                <c:pt idx="159">
                  <c:v>15229</c:v>
                </c:pt>
                <c:pt idx="160">
                  <c:v>15188</c:v>
                </c:pt>
                <c:pt idx="161">
                  <c:v>15323</c:v>
                </c:pt>
                <c:pt idx="162">
                  <c:v>15703</c:v>
                </c:pt>
                <c:pt idx="163">
                  <c:v>15769</c:v>
                </c:pt>
                <c:pt idx="164">
                  <c:v>15519</c:v>
                </c:pt>
                <c:pt idx="165">
                  <c:v>15361</c:v>
                </c:pt>
                <c:pt idx="166">
                  <c:v>14906</c:v>
                </c:pt>
                <c:pt idx="167">
                  <c:v>14418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Chronos-2, дообученная</c:v>
                </c:pt>
              </c:strCache>
            </c:strRef>
          </c:tx>
          <c:spPr>
            <a:solidFill>
              <a:srgbClr val="2563C9"/>
            </a:solidFill>
            <a:ln w="25400" cap="flat">
              <a:solidFill>
                <a:srgbClr val="2563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563C9"/>
              </a:solidFill>
              <a:ln w="9525" cap="flat">
                <a:solidFill>
                  <a:srgbClr val="256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Sheet1!$A$2:$A$169</c:f>
              <c:multiLvlStrCache>
                <c:ptCount val="16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  <c:pt idx="121">
                    <c:v>121</c:v>
                  </c:pt>
                  <c:pt idx="122">
                    <c:v>122</c:v>
                  </c:pt>
                  <c:pt idx="123">
                    <c:v>123</c:v>
                  </c:pt>
                  <c:pt idx="124">
                    <c:v>124</c:v>
                  </c:pt>
                  <c:pt idx="125">
                    <c:v>125</c:v>
                  </c:pt>
                  <c:pt idx="126">
                    <c:v>126</c:v>
                  </c:pt>
                  <c:pt idx="127">
                    <c:v>127</c:v>
                  </c:pt>
                  <c:pt idx="128">
                    <c:v>128</c:v>
                  </c:pt>
                  <c:pt idx="129">
                    <c:v>129</c:v>
                  </c:pt>
                  <c:pt idx="130">
                    <c:v>130</c:v>
                  </c:pt>
                  <c:pt idx="131">
                    <c:v>131</c:v>
                  </c:pt>
                  <c:pt idx="132">
                    <c:v>132</c:v>
                  </c:pt>
                  <c:pt idx="133">
                    <c:v>133</c:v>
                  </c:pt>
                  <c:pt idx="134">
                    <c:v>134</c:v>
                  </c:pt>
                  <c:pt idx="135">
                    <c:v>135</c:v>
                  </c:pt>
                  <c:pt idx="136">
                    <c:v>136</c:v>
                  </c:pt>
                  <c:pt idx="137">
                    <c:v>137</c:v>
                  </c:pt>
                  <c:pt idx="138">
                    <c:v>138</c:v>
                  </c:pt>
                  <c:pt idx="139">
                    <c:v>139</c:v>
                  </c:pt>
                  <c:pt idx="140">
                    <c:v>140</c:v>
                  </c:pt>
                  <c:pt idx="141">
                    <c:v>141</c:v>
                  </c:pt>
                  <c:pt idx="142">
                    <c:v>142</c:v>
                  </c:pt>
                  <c:pt idx="143">
                    <c:v>143</c:v>
                  </c:pt>
                  <c:pt idx="144">
                    <c:v>144</c:v>
                  </c:pt>
                  <c:pt idx="145">
                    <c:v>145</c:v>
                  </c:pt>
                  <c:pt idx="146">
                    <c:v>146</c:v>
                  </c:pt>
                  <c:pt idx="147">
                    <c:v>147</c:v>
                  </c:pt>
                  <c:pt idx="148">
                    <c:v>148</c:v>
                  </c:pt>
                  <c:pt idx="149">
                    <c:v>149</c:v>
                  </c:pt>
                  <c:pt idx="150">
                    <c:v>150</c:v>
                  </c:pt>
                  <c:pt idx="151">
                    <c:v>151</c:v>
                  </c:pt>
                  <c:pt idx="152">
                    <c:v>152</c:v>
                  </c:pt>
                  <c:pt idx="153">
                    <c:v>153</c:v>
                  </c:pt>
                  <c:pt idx="154">
                    <c:v>154</c:v>
                  </c:pt>
                  <c:pt idx="155">
                    <c:v>155</c:v>
                  </c:pt>
                  <c:pt idx="156">
                    <c:v>156</c:v>
                  </c:pt>
                  <c:pt idx="157">
                    <c:v>157</c:v>
                  </c:pt>
                  <c:pt idx="158">
                    <c:v>158</c:v>
                  </c:pt>
                  <c:pt idx="159">
                    <c:v>159</c:v>
                  </c:pt>
                  <c:pt idx="160">
                    <c:v>160</c:v>
                  </c:pt>
                  <c:pt idx="161">
                    <c:v>161</c:v>
                  </c:pt>
                  <c:pt idx="162">
                    <c:v>162</c:v>
                  </c:pt>
                  <c:pt idx="163">
                    <c:v>163</c:v>
                  </c:pt>
                  <c:pt idx="164">
                    <c:v>164</c:v>
                  </c:pt>
                  <c:pt idx="165">
                    <c:v>165</c:v>
                  </c:pt>
                  <c:pt idx="166">
                    <c:v>166</c:v>
                  </c:pt>
                  <c:pt idx="167">
                    <c:v>167</c:v>
                  </c:pt>
                </c:lvl>
              </c:multiLvlStrCache>
            </c:multiLvlStrRef>
          </c:cat>
          <c:val>
            <c:numRef>
              <c:f>Sheet1!$C$2:$C$169</c:f>
              <c:numCache>
                <c:formatCode>General</c:formatCode>
                <c:ptCount val="168"/>
                <c:pt idx="0">
                  <c:v>13463</c:v>
                </c:pt>
                <c:pt idx="1">
                  <c:v>12952</c:v>
                </c:pt>
                <c:pt idx="2">
                  <c:v>12692</c:v>
                </c:pt>
                <c:pt idx="3">
                  <c:v>12566</c:v>
                </c:pt>
                <c:pt idx="4">
                  <c:v>12551</c:v>
                </c:pt>
                <c:pt idx="5">
                  <c:v>12668</c:v>
                </c:pt>
                <c:pt idx="6">
                  <c:v>13056</c:v>
                </c:pt>
                <c:pt idx="7">
                  <c:v>13601</c:v>
                </c:pt>
                <c:pt idx="8">
                  <c:v>14285</c:v>
                </c:pt>
                <c:pt idx="9">
                  <c:v>14936</c:v>
                </c:pt>
                <c:pt idx="10">
                  <c:v>15208</c:v>
                </c:pt>
                <c:pt idx="11">
                  <c:v>15278</c:v>
                </c:pt>
                <c:pt idx="12">
                  <c:v>15180</c:v>
                </c:pt>
                <c:pt idx="13">
                  <c:v>15185</c:v>
                </c:pt>
                <c:pt idx="14">
                  <c:v>15132</c:v>
                </c:pt>
                <c:pt idx="15">
                  <c:v>15113</c:v>
                </c:pt>
                <c:pt idx="16">
                  <c:v>15117</c:v>
                </c:pt>
                <c:pt idx="17">
                  <c:v>15246</c:v>
                </c:pt>
                <c:pt idx="18">
                  <c:v>15341</c:v>
                </c:pt>
                <c:pt idx="19">
                  <c:v>15239</c:v>
                </c:pt>
                <c:pt idx="20">
                  <c:v>14919</c:v>
                </c:pt>
                <c:pt idx="21">
                  <c:v>14680</c:v>
                </c:pt>
                <c:pt idx="22">
                  <c:v>14382</c:v>
                </c:pt>
                <c:pt idx="23">
                  <c:v>13930</c:v>
                </c:pt>
                <c:pt idx="24">
                  <c:v>13500</c:v>
                </c:pt>
                <c:pt idx="25">
                  <c:v>13026</c:v>
                </c:pt>
                <c:pt idx="26">
                  <c:v>12764</c:v>
                </c:pt>
                <c:pt idx="27">
                  <c:v>12645</c:v>
                </c:pt>
                <c:pt idx="28">
                  <c:v>12635</c:v>
                </c:pt>
                <c:pt idx="29">
                  <c:v>12772</c:v>
                </c:pt>
                <c:pt idx="30">
                  <c:v>13139</c:v>
                </c:pt>
                <c:pt idx="31">
                  <c:v>13660</c:v>
                </c:pt>
                <c:pt idx="32">
                  <c:v>14345</c:v>
                </c:pt>
                <c:pt idx="33">
                  <c:v>14953</c:v>
                </c:pt>
                <c:pt idx="34">
                  <c:v>15191</c:v>
                </c:pt>
                <c:pt idx="35">
                  <c:v>15251</c:v>
                </c:pt>
                <c:pt idx="36">
                  <c:v>15161</c:v>
                </c:pt>
                <c:pt idx="37">
                  <c:v>15137</c:v>
                </c:pt>
                <c:pt idx="38">
                  <c:v>15049</c:v>
                </c:pt>
                <c:pt idx="39">
                  <c:v>15003</c:v>
                </c:pt>
                <c:pt idx="40">
                  <c:v>14981</c:v>
                </c:pt>
                <c:pt idx="41">
                  <c:v>15063</c:v>
                </c:pt>
                <c:pt idx="42">
                  <c:v>15255</c:v>
                </c:pt>
                <c:pt idx="43">
                  <c:v>15186</c:v>
                </c:pt>
                <c:pt idx="44">
                  <c:v>14891</c:v>
                </c:pt>
                <c:pt idx="45">
                  <c:v>14684</c:v>
                </c:pt>
                <c:pt idx="46">
                  <c:v>14393</c:v>
                </c:pt>
                <c:pt idx="47">
                  <c:v>13947</c:v>
                </c:pt>
                <c:pt idx="48">
                  <c:v>13547</c:v>
                </c:pt>
                <c:pt idx="49">
                  <c:v>13104</c:v>
                </c:pt>
                <c:pt idx="50">
                  <c:v>12844</c:v>
                </c:pt>
                <c:pt idx="51">
                  <c:v>12710</c:v>
                </c:pt>
                <c:pt idx="52">
                  <c:v>12688</c:v>
                </c:pt>
                <c:pt idx="53">
                  <c:v>12814</c:v>
                </c:pt>
                <c:pt idx="54">
                  <c:v>13178</c:v>
                </c:pt>
                <c:pt idx="55">
                  <c:v>13670</c:v>
                </c:pt>
                <c:pt idx="56">
                  <c:v>14331</c:v>
                </c:pt>
                <c:pt idx="57">
                  <c:v>14931</c:v>
                </c:pt>
                <c:pt idx="58">
                  <c:v>15179</c:v>
                </c:pt>
                <c:pt idx="59">
                  <c:v>15237</c:v>
                </c:pt>
                <c:pt idx="60">
                  <c:v>15137</c:v>
                </c:pt>
                <c:pt idx="61">
                  <c:v>15117</c:v>
                </c:pt>
                <c:pt idx="62">
                  <c:v>15050</c:v>
                </c:pt>
                <c:pt idx="63">
                  <c:v>15005</c:v>
                </c:pt>
                <c:pt idx="64">
                  <c:v>14991</c:v>
                </c:pt>
                <c:pt idx="65">
                  <c:v>15033</c:v>
                </c:pt>
                <c:pt idx="66">
                  <c:v>15248</c:v>
                </c:pt>
                <c:pt idx="67">
                  <c:v>15205</c:v>
                </c:pt>
                <c:pt idx="68">
                  <c:v>14917</c:v>
                </c:pt>
                <c:pt idx="69">
                  <c:v>14706</c:v>
                </c:pt>
                <c:pt idx="70">
                  <c:v>14417</c:v>
                </c:pt>
                <c:pt idx="71">
                  <c:v>13967</c:v>
                </c:pt>
                <c:pt idx="72">
                  <c:v>13582</c:v>
                </c:pt>
                <c:pt idx="73">
                  <c:v>13150</c:v>
                </c:pt>
                <c:pt idx="74">
                  <c:v>12890</c:v>
                </c:pt>
                <c:pt idx="75">
                  <c:v>12756</c:v>
                </c:pt>
                <c:pt idx="76">
                  <c:v>12741</c:v>
                </c:pt>
                <c:pt idx="77">
                  <c:v>12877</c:v>
                </c:pt>
                <c:pt idx="78">
                  <c:v>13267</c:v>
                </c:pt>
                <c:pt idx="79">
                  <c:v>13747</c:v>
                </c:pt>
                <c:pt idx="80">
                  <c:v>14419</c:v>
                </c:pt>
                <c:pt idx="81">
                  <c:v>15043</c:v>
                </c:pt>
                <c:pt idx="82">
                  <c:v>15283</c:v>
                </c:pt>
                <c:pt idx="83">
                  <c:v>15350</c:v>
                </c:pt>
                <c:pt idx="84">
                  <c:v>15265</c:v>
                </c:pt>
                <c:pt idx="85">
                  <c:v>15251</c:v>
                </c:pt>
                <c:pt idx="86">
                  <c:v>15160</c:v>
                </c:pt>
                <c:pt idx="87">
                  <c:v>15123</c:v>
                </c:pt>
                <c:pt idx="88">
                  <c:v>15113</c:v>
                </c:pt>
                <c:pt idx="89">
                  <c:v>15123</c:v>
                </c:pt>
                <c:pt idx="90">
                  <c:v>15366</c:v>
                </c:pt>
                <c:pt idx="91">
                  <c:v>15334</c:v>
                </c:pt>
                <c:pt idx="92">
                  <c:v>15054</c:v>
                </c:pt>
                <c:pt idx="93">
                  <c:v>14833</c:v>
                </c:pt>
                <c:pt idx="94">
                  <c:v>14548</c:v>
                </c:pt>
                <c:pt idx="95">
                  <c:v>14113</c:v>
                </c:pt>
                <c:pt idx="96">
                  <c:v>13721</c:v>
                </c:pt>
                <c:pt idx="97">
                  <c:v>13293</c:v>
                </c:pt>
                <c:pt idx="98">
                  <c:v>13035</c:v>
                </c:pt>
                <c:pt idx="99">
                  <c:v>12892</c:v>
                </c:pt>
                <c:pt idx="100">
                  <c:v>12879</c:v>
                </c:pt>
                <c:pt idx="101">
                  <c:v>13021</c:v>
                </c:pt>
                <c:pt idx="102">
                  <c:v>13417</c:v>
                </c:pt>
                <c:pt idx="103">
                  <c:v>13912</c:v>
                </c:pt>
                <c:pt idx="104">
                  <c:v>14600</c:v>
                </c:pt>
                <c:pt idx="105">
                  <c:v>15213</c:v>
                </c:pt>
                <c:pt idx="106">
                  <c:v>15463</c:v>
                </c:pt>
                <c:pt idx="107">
                  <c:v>15532</c:v>
                </c:pt>
                <c:pt idx="108">
                  <c:v>15433</c:v>
                </c:pt>
                <c:pt idx="109">
                  <c:v>15428</c:v>
                </c:pt>
                <c:pt idx="110">
                  <c:v>15344</c:v>
                </c:pt>
                <c:pt idx="111">
                  <c:v>15307</c:v>
                </c:pt>
                <c:pt idx="112">
                  <c:v>15293</c:v>
                </c:pt>
                <c:pt idx="113">
                  <c:v>15329</c:v>
                </c:pt>
                <c:pt idx="114">
                  <c:v>15542</c:v>
                </c:pt>
                <c:pt idx="115">
                  <c:v>15542</c:v>
                </c:pt>
                <c:pt idx="116">
                  <c:v>15233</c:v>
                </c:pt>
                <c:pt idx="117">
                  <c:v>15024</c:v>
                </c:pt>
                <c:pt idx="118">
                  <c:v>14748</c:v>
                </c:pt>
                <c:pt idx="119">
                  <c:v>14337</c:v>
                </c:pt>
                <c:pt idx="120">
                  <c:v>14045</c:v>
                </c:pt>
                <c:pt idx="121">
                  <c:v>13615</c:v>
                </c:pt>
                <c:pt idx="122">
                  <c:v>13324</c:v>
                </c:pt>
                <c:pt idx="123">
                  <c:v>13164</c:v>
                </c:pt>
                <c:pt idx="124">
                  <c:v>13088</c:v>
                </c:pt>
                <c:pt idx="125">
                  <c:v>13141</c:v>
                </c:pt>
                <c:pt idx="126">
                  <c:v>13314</c:v>
                </c:pt>
                <c:pt idx="127">
                  <c:v>13555</c:v>
                </c:pt>
                <c:pt idx="128">
                  <c:v>13918</c:v>
                </c:pt>
                <c:pt idx="129">
                  <c:v>14513</c:v>
                </c:pt>
                <c:pt idx="130">
                  <c:v>15008</c:v>
                </c:pt>
                <c:pt idx="131">
                  <c:v>15248</c:v>
                </c:pt>
                <c:pt idx="132">
                  <c:v>15273</c:v>
                </c:pt>
                <c:pt idx="133">
                  <c:v>15253</c:v>
                </c:pt>
                <c:pt idx="134">
                  <c:v>15152</c:v>
                </c:pt>
                <c:pt idx="135">
                  <c:v>15119</c:v>
                </c:pt>
                <c:pt idx="136">
                  <c:v>15160</c:v>
                </c:pt>
                <c:pt idx="137">
                  <c:v>15302</c:v>
                </c:pt>
                <c:pt idx="138">
                  <c:v>15558</c:v>
                </c:pt>
                <c:pt idx="139">
                  <c:v>15573</c:v>
                </c:pt>
                <c:pt idx="140">
                  <c:v>15328</c:v>
                </c:pt>
                <c:pt idx="141">
                  <c:v>15135</c:v>
                </c:pt>
                <c:pt idx="142">
                  <c:v>14852</c:v>
                </c:pt>
                <c:pt idx="143">
                  <c:v>14506</c:v>
                </c:pt>
                <c:pt idx="144">
                  <c:v>14115</c:v>
                </c:pt>
                <c:pt idx="145">
                  <c:v>13670</c:v>
                </c:pt>
                <c:pt idx="146">
                  <c:v>13405</c:v>
                </c:pt>
                <c:pt idx="147">
                  <c:v>13237</c:v>
                </c:pt>
                <c:pt idx="148">
                  <c:v>13164</c:v>
                </c:pt>
                <c:pt idx="149">
                  <c:v>13216</c:v>
                </c:pt>
                <c:pt idx="150">
                  <c:v>13363</c:v>
                </c:pt>
                <c:pt idx="151">
                  <c:v>13539</c:v>
                </c:pt>
                <c:pt idx="152">
                  <c:v>13848</c:v>
                </c:pt>
                <c:pt idx="153">
                  <c:v>14368</c:v>
                </c:pt>
                <c:pt idx="154">
                  <c:v>14852</c:v>
                </c:pt>
                <c:pt idx="155">
                  <c:v>15147</c:v>
                </c:pt>
                <c:pt idx="156">
                  <c:v>15198</c:v>
                </c:pt>
                <c:pt idx="157">
                  <c:v>15217</c:v>
                </c:pt>
                <c:pt idx="158">
                  <c:v>15151</c:v>
                </c:pt>
                <c:pt idx="159">
                  <c:v>15124</c:v>
                </c:pt>
                <c:pt idx="160">
                  <c:v>15161</c:v>
                </c:pt>
                <c:pt idx="161">
                  <c:v>15359</c:v>
                </c:pt>
                <c:pt idx="162">
                  <c:v>15684</c:v>
                </c:pt>
                <c:pt idx="163">
                  <c:v>15722</c:v>
                </c:pt>
                <c:pt idx="164">
                  <c:v>15489</c:v>
                </c:pt>
                <c:pt idx="165">
                  <c:v>15248</c:v>
                </c:pt>
                <c:pt idx="166">
                  <c:v>14948</c:v>
                </c:pt>
                <c:pt idx="167">
                  <c:v>14557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 + погода</c:v>
                </c:pt>
              </c:strCache>
            </c:strRef>
          </c:tx>
          <c:spPr>
            <a:solidFill>
              <a:srgbClr val="12A3B5"/>
            </a:solidFill>
            <a:ln w="25400" cap="flat">
              <a:solidFill>
                <a:srgbClr val="12A3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2A3B5"/>
              </a:solidFill>
              <a:ln w="9525" cap="flat">
                <a:solidFill>
                  <a:srgbClr val="12A3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Sheet1!$A$2:$A$169</c:f>
              <c:multiLvlStrCache>
                <c:ptCount val="16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  <c:pt idx="121">
                    <c:v>121</c:v>
                  </c:pt>
                  <c:pt idx="122">
                    <c:v>122</c:v>
                  </c:pt>
                  <c:pt idx="123">
                    <c:v>123</c:v>
                  </c:pt>
                  <c:pt idx="124">
                    <c:v>124</c:v>
                  </c:pt>
                  <c:pt idx="125">
                    <c:v>125</c:v>
                  </c:pt>
                  <c:pt idx="126">
                    <c:v>126</c:v>
                  </c:pt>
                  <c:pt idx="127">
                    <c:v>127</c:v>
                  </c:pt>
                  <c:pt idx="128">
                    <c:v>128</c:v>
                  </c:pt>
                  <c:pt idx="129">
                    <c:v>129</c:v>
                  </c:pt>
                  <c:pt idx="130">
                    <c:v>130</c:v>
                  </c:pt>
                  <c:pt idx="131">
                    <c:v>131</c:v>
                  </c:pt>
                  <c:pt idx="132">
                    <c:v>132</c:v>
                  </c:pt>
                  <c:pt idx="133">
                    <c:v>133</c:v>
                  </c:pt>
                  <c:pt idx="134">
                    <c:v>134</c:v>
                  </c:pt>
                  <c:pt idx="135">
                    <c:v>135</c:v>
                  </c:pt>
                  <c:pt idx="136">
                    <c:v>136</c:v>
                  </c:pt>
                  <c:pt idx="137">
                    <c:v>137</c:v>
                  </c:pt>
                  <c:pt idx="138">
                    <c:v>138</c:v>
                  </c:pt>
                  <c:pt idx="139">
                    <c:v>139</c:v>
                  </c:pt>
                  <c:pt idx="140">
                    <c:v>140</c:v>
                  </c:pt>
                  <c:pt idx="141">
                    <c:v>141</c:v>
                  </c:pt>
                  <c:pt idx="142">
                    <c:v>142</c:v>
                  </c:pt>
                  <c:pt idx="143">
                    <c:v>143</c:v>
                  </c:pt>
                  <c:pt idx="144">
                    <c:v>144</c:v>
                  </c:pt>
                  <c:pt idx="145">
                    <c:v>145</c:v>
                  </c:pt>
                  <c:pt idx="146">
                    <c:v>146</c:v>
                  </c:pt>
                  <c:pt idx="147">
                    <c:v>147</c:v>
                  </c:pt>
                  <c:pt idx="148">
                    <c:v>148</c:v>
                  </c:pt>
                  <c:pt idx="149">
                    <c:v>149</c:v>
                  </c:pt>
                  <c:pt idx="150">
                    <c:v>150</c:v>
                  </c:pt>
                  <c:pt idx="151">
                    <c:v>151</c:v>
                  </c:pt>
                  <c:pt idx="152">
                    <c:v>152</c:v>
                  </c:pt>
                  <c:pt idx="153">
                    <c:v>153</c:v>
                  </c:pt>
                  <c:pt idx="154">
                    <c:v>154</c:v>
                  </c:pt>
                  <c:pt idx="155">
                    <c:v>155</c:v>
                  </c:pt>
                  <c:pt idx="156">
                    <c:v>156</c:v>
                  </c:pt>
                  <c:pt idx="157">
                    <c:v>157</c:v>
                  </c:pt>
                  <c:pt idx="158">
                    <c:v>158</c:v>
                  </c:pt>
                  <c:pt idx="159">
                    <c:v>159</c:v>
                  </c:pt>
                  <c:pt idx="160">
                    <c:v>160</c:v>
                  </c:pt>
                  <c:pt idx="161">
                    <c:v>161</c:v>
                  </c:pt>
                  <c:pt idx="162">
                    <c:v>162</c:v>
                  </c:pt>
                  <c:pt idx="163">
                    <c:v>163</c:v>
                  </c:pt>
                  <c:pt idx="164">
                    <c:v>164</c:v>
                  </c:pt>
                  <c:pt idx="165">
                    <c:v>165</c:v>
                  </c:pt>
                  <c:pt idx="166">
                    <c:v>166</c:v>
                  </c:pt>
                  <c:pt idx="167">
                    <c:v>167</c:v>
                  </c:pt>
                </c:lvl>
              </c:multiLvlStrCache>
            </c:multiLvlStrRef>
          </c:cat>
          <c:val>
            <c:numRef>
              <c:f>Sheet1!$D$2:$D$169</c:f>
              <c:numCache>
                <c:formatCode>General</c:formatCode>
                <c:ptCount val="168"/>
                <c:pt idx="0">
                  <c:v>13447</c:v>
                </c:pt>
                <c:pt idx="1">
                  <c:v>12937</c:v>
                </c:pt>
                <c:pt idx="2">
                  <c:v>12617</c:v>
                </c:pt>
                <c:pt idx="3">
                  <c:v>12527</c:v>
                </c:pt>
                <c:pt idx="4">
                  <c:v>12494</c:v>
                </c:pt>
                <c:pt idx="5">
                  <c:v>12591</c:v>
                </c:pt>
                <c:pt idx="6">
                  <c:v>12970</c:v>
                </c:pt>
                <c:pt idx="7">
                  <c:v>13643</c:v>
                </c:pt>
                <c:pt idx="8">
                  <c:v>14234</c:v>
                </c:pt>
                <c:pt idx="9">
                  <c:v>14933</c:v>
                </c:pt>
                <c:pt idx="10">
                  <c:v>15112</c:v>
                </c:pt>
                <c:pt idx="11">
                  <c:v>15174</c:v>
                </c:pt>
                <c:pt idx="12">
                  <c:v>15068</c:v>
                </c:pt>
                <c:pt idx="13">
                  <c:v>15047</c:v>
                </c:pt>
                <c:pt idx="14">
                  <c:v>15051</c:v>
                </c:pt>
                <c:pt idx="15">
                  <c:v>15003</c:v>
                </c:pt>
                <c:pt idx="16">
                  <c:v>15018</c:v>
                </c:pt>
                <c:pt idx="17">
                  <c:v>15078</c:v>
                </c:pt>
                <c:pt idx="18">
                  <c:v>15219</c:v>
                </c:pt>
                <c:pt idx="19">
                  <c:v>15146</c:v>
                </c:pt>
                <c:pt idx="20">
                  <c:v>14904</c:v>
                </c:pt>
                <c:pt idx="21">
                  <c:v>14759</c:v>
                </c:pt>
                <c:pt idx="22">
                  <c:v>14536</c:v>
                </c:pt>
                <c:pt idx="23">
                  <c:v>14046</c:v>
                </c:pt>
                <c:pt idx="24">
                  <c:v>13544</c:v>
                </c:pt>
                <c:pt idx="25">
                  <c:v>13071</c:v>
                </c:pt>
                <c:pt idx="26">
                  <c:v>12781</c:v>
                </c:pt>
                <c:pt idx="27">
                  <c:v>12674</c:v>
                </c:pt>
                <c:pt idx="28">
                  <c:v>12590</c:v>
                </c:pt>
                <c:pt idx="29">
                  <c:v>12748</c:v>
                </c:pt>
                <c:pt idx="30">
                  <c:v>13108</c:v>
                </c:pt>
                <c:pt idx="31">
                  <c:v>13603</c:v>
                </c:pt>
                <c:pt idx="32">
                  <c:v>14332</c:v>
                </c:pt>
                <c:pt idx="33">
                  <c:v>14871</c:v>
                </c:pt>
                <c:pt idx="34">
                  <c:v>15084</c:v>
                </c:pt>
                <c:pt idx="35">
                  <c:v>15171</c:v>
                </c:pt>
                <c:pt idx="36">
                  <c:v>15073</c:v>
                </c:pt>
                <c:pt idx="37">
                  <c:v>15005</c:v>
                </c:pt>
                <c:pt idx="38">
                  <c:v>14993</c:v>
                </c:pt>
                <c:pt idx="39">
                  <c:v>14939</c:v>
                </c:pt>
                <c:pt idx="40">
                  <c:v>14929</c:v>
                </c:pt>
                <c:pt idx="41">
                  <c:v>14954</c:v>
                </c:pt>
                <c:pt idx="42">
                  <c:v>15227</c:v>
                </c:pt>
                <c:pt idx="43">
                  <c:v>15167</c:v>
                </c:pt>
                <c:pt idx="44">
                  <c:v>14926</c:v>
                </c:pt>
                <c:pt idx="45">
                  <c:v>14782</c:v>
                </c:pt>
                <c:pt idx="46">
                  <c:v>14619</c:v>
                </c:pt>
                <c:pt idx="47">
                  <c:v>14089</c:v>
                </c:pt>
                <c:pt idx="48">
                  <c:v>13560</c:v>
                </c:pt>
                <c:pt idx="49">
                  <c:v>13058</c:v>
                </c:pt>
                <c:pt idx="50">
                  <c:v>12827</c:v>
                </c:pt>
                <c:pt idx="51">
                  <c:v>12664</c:v>
                </c:pt>
                <c:pt idx="52">
                  <c:v>12563</c:v>
                </c:pt>
                <c:pt idx="53">
                  <c:v>12694</c:v>
                </c:pt>
                <c:pt idx="54">
                  <c:v>13207</c:v>
                </c:pt>
                <c:pt idx="55">
                  <c:v>13725</c:v>
                </c:pt>
                <c:pt idx="56">
                  <c:v>14516</c:v>
                </c:pt>
                <c:pt idx="57">
                  <c:v>14951</c:v>
                </c:pt>
                <c:pt idx="58">
                  <c:v>15122</c:v>
                </c:pt>
                <c:pt idx="59">
                  <c:v>15154</c:v>
                </c:pt>
                <c:pt idx="60">
                  <c:v>15147</c:v>
                </c:pt>
                <c:pt idx="61">
                  <c:v>15088</c:v>
                </c:pt>
                <c:pt idx="62">
                  <c:v>15061</c:v>
                </c:pt>
                <c:pt idx="63">
                  <c:v>15015</c:v>
                </c:pt>
                <c:pt idx="64">
                  <c:v>14971</c:v>
                </c:pt>
                <c:pt idx="65">
                  <c:v>14991</c:v>
                </c:pt>
                <c:pt idx="66">
                  <c:v>15219</c:v>
                </c:pt>
                <c:pt idx="67">
                  <c:v>15187</c:v>
                </c:pt>
                <c:pt idx="68">
                  <c:v>14962</c:v>
                </c:pt>
                <c:pt idx="69">
                  <c:v>14870</c:v>
                </c:pt>
                <c:pt idx="70">
                  <c:v>14649</c:v>
                </c:pt>
                <c:pt idx="71">
                  <c:v>14092</c:v>
                </c:pt>
                <c:pt idx="72">
                  <c:v>13574</c:v>
                </c:pt>
                <c:pt idx="73">
                  <c:v>13221</c:v>
                </c:pt>
                <c:pt idx="74">
                  <c:v>12961</c:v>
                </c:pt>
                <c:pt idx="75">
                  <c:v>12865</c:v>
                </c:pt>
                <c:pt idx="76">
                  <c:v>12830</c:v>
                </c:pt>
                <c:pt idx="77">
                  <c:v>12928</c:v>
                </c:pt>
                <c:pt idx="78">
                  <c:v>13315</c:v>
                </c:pt>
                <c:pt idx="79">
                  <c:v>13781</c:v>
                </c:pt>
                <c:pt idx="80">
                  <c:v>14494</c:v>
                </c:pt>
                <c:pt idx="81">
                  <c:v>14990</c:v>
                </c:pt>
                <c:pt idx="82">
                  <c:v>15152</c:v>
                </c:pt>
                <c:pt idx="83">
                  <c:v>15196</c:v>
                </c:pt>
                <c:pt idx="84">
                  <c:v>15161</c:v>
                </c:pt>
                <c:pt idx="85">
                  <c:v>15103</c:v>
                </c:pt>
                <c:pt idx="86">
                  <c:v>15081</c:v>
                </c:pt>
                <c:pt idx="87">
                  <c:v>15011</c:v>
                </c:pt>
                <c:pt idx="88">
                  <c:v>14988</c:v>
                </c:pt>
                <c:pt idx="89">
                  <c:v>14931</c:v>
                </c:pt>
                <c:pt idx="90">
                  <c:v>15172</c:v>
                </c:pt>
                <c:pt idx="91">
                  <c:v>15170</c:v>
                </c:pt>
                <c:pt idx="92">
                  <c:v>14999</c:v>
                </c:pt>
                <c:pt idx="93">
                  <c:v>14865</c:v>
                </c:pt>
                <c:pt idx="94">
                  <c:v>14673</c:v>
                </c:pt>
                <c:pt idx="95">
                  <c:v>14228</c:v>
                </c:pt>
                <c:pt idx="96">
                  <c:v>13679</c:v>
                </c:pt>
                <c:pt idx="97">
                  <c:v>13232</c:v>
                </c:pt>
                <c:pt idx="98">
                  <c:v>13048</c:v>
                </c:pt>
                <c:pt idx="99">
                  <c:v>12925</c:v>
                </c:pt>
                <c:pt idx="100">
                  <c:v>12934</c:v>
                </c:pt>
                <c:pt idx="101">
                  <c:v>13064</c:v>
                </c:pt>
                <c:pt idx="102">
                  <c:v>13420</c:v>
                </c:pt>
                <c:pt idx="103">
                  <c:v>13901</c:v>
                </c:pt>
                <c:pt idx="104">
                  <c:v>14594</c:v>
                </c:pt>
                <c:pt idx="105">
                  <c:v>15020</c:v>
                </c:pt>
                <c:pt idx="106">
                  <c:v>15185</c:v>
                </c:pt>
                <c:pt idx="107">
                  <c:v>15201</c:v>
                </c:pt>
                <c:pt idx="108">
                  <c:v>15233</c:v>
                </c:pt>
                <c:pt idx="109">
                  <c:v>15159</c:v>
                </c:pt>
                <c:pt idx="110">
                  <c:v>15140</c:v>
                </c:pt>
                <c:pt idx="111">
                  <c:v>15078</c:v>
                </c:pt>
                <c:pt idx="112">
                  <c:v>15006</c:v>
                </c:pt>
                <c:pt idx="113">
                  <c:v>14990</c:v>
                </c:pt>
                <c:pt idx="114">
                  <c:v>15189</c:v>
                </c:pt>
                <c:pt idx="115">
                  <c:v>15220</c:v>
                </c:pt>
                <c:pt idx="116">
                  <c:v>15023</c:v>
                </c:pt>
                <c:pt idx="117">
                  <c:v>14913</c:v>
                </c:pt>
                <c:pt idx="118">
                  <c:v>14684</c:v>
                </c:pt>
                <c:pt idx="119">
                  <c:v>14380</c:v>
                </c:pt>
                <c:pt idx="120">
                  <c:v>13684</c:v>
                </c:pt>
                <c:pt idx="121">
                  <c:v>13252</c:v>
                </c:pt>
                <c:pt idx="122">
                  <c:v>13079</c:v>
                </c:pt>
                <c:pt idx="123">
                  <c:v>12966</c:v>
                </c:pt>
                <c:pt idx="124">
                  <c:v>12897</c:v>
                </c:pt>
                <c:pt idx="125">
                  <c:v>12911</c:v>
                </c:pt>
                <c:pt idx="126">
                  <c:v>13103</c:v>
                </c:pt>
                <c:pt idx="127">
                  <c:v>13388</c:v>
                </c:pt>
                <c:pt idx="128">
                  <c:v>13712</c:v>
                </c:pt>
                <c:pt idx="129">
                  <c:v>14335</c:v>
                </c:pt>
                <c:pt idx="130">
                  <c:v>14734</c:v>
                </c:pt>
                <c:pt idx="131">
                  <c:v>14864</c:v>
                </c:pt>
                <c:pt idx="132">
                  <c:v>14901</c:v>
                </c:pt>
                <c:pt idx="133">
                  <c:v>14853</c:v>
                </c:pt>
                <c:pt idx="134">
                  <c:v>14844</c:v>
                </c:pt>
                <c:pt idx="135">
                  <c:v>14787</c:v>
                </c:pt>
                <c:pt idx="136">
                  <c:v>14763</c:v>
                </c:pt>
                <c:pt idx="137">
                  <c:v>14788</c:v>
                </c:pt>
                <c:pt idx="138">
                  <c:v>14968</c:v>
                </c:pt>
                <c:pt idx="139">
                  <c:v>15007</c:v>
                </c:pt>
                <c:pt idx="140">
                  <c:v>14822</c:v>
                </c:pt>
                <c:pt idx="141">
                  <c:v>14721</c:v>
                </c:pt>
                <c:pt idx="142">
                  <c:v>14595</c:v>
                </c:pt>
                <c:pt idx="143">
                  <c:v>14314</c:v>
                </c:pt>
                <c:pt idx="144">
                  <c:v>14018</c:v>
                </c:pt>
                <c:pt idx="145">
                  <c:v>13606</c:v>
                </c:pt>
                <c:pt idx="146">
                  <c:v>13330</c:v>
                </c:pt>
                <c:pt idx="147">
                  <c:v>13224</c:v>
                </c:pt>
                <c:pt idx="148">
                  <c:v>13154</c:v>
                </c:pt>
                <c:pt idx="149">
                  <c:v>13179</c:v>
                </c:pt>
                <c:pt idx="150">
                  <c:v>13323</c:v>
                </c:pt>
                <c:pt idx="151">
                  <c:v>13501</c:v>
                </c:pt>
                <c:pt idx="152">
                  <c:v>13864</c:v>
                </c:pt>
                <c:pt idx="153">
                  <c:v>14285</c:v>
                </c:pt>
                <c:pt idx="154">
                  <c:v>14715</c:v>
                </c:pt>
                <c:pt idx="155">
                  <c:v>14964</c:v>
                </c:pt>
                <c:pt idx="156">
                  <c:v>14993</c:v>
                </c:pt>
                <c:pt idx="157">
                  <c:v>14981</c:v>
                </c:pt>
                <c:pt idx="158">
                  <c:v>14925</c:v>
                </c:pt>
                <c:pt idx="159">
                  <c:v>14892</c:v>
                </c:pt>
                <c:pt idx="160">
                  <c:v>14884</c:v>
                </c:pt>
                <c:pt idx="161">
                  <c:v>14945</c:v>
                </c:pt>
                <c:pt idx="162">
                  <c:v>15238</c:v>
                </c:pt>
                <c:pt idx="163">
                  <c:v>15309</c:v>
                </c:pt>
                <c:pt idx="164">
                  <c:v>15196</c:v>
                </c:pt>
                <c:pt idx="165">
                  <c:v>15081</c:v>
                </c:pt>
                <c:pt idx="166">
                  <c:v>14864</c:v>
                </c:pt>
                <c:pt idx="167">
                  <c:v>14375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6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  <c:min val="12000"/>
        </c:scaling>
        <c:delete val="0"/>
        <c:axPos val="l"/>
        <c:majorGridlines>
          <c:spPr>
            <a:ln w="9525" cap="flat">
              <a:solidFill>
                <a:srgbClr val="D3DA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6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6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Chronos-2, дообученная</c:v>
                </c:pt>
              </c:strCache>
            </c:strRef>
          </c:tx>
          <c:spPr>
            <a:solidFill>
              <a:srgbClr val="2563C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374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Осень</c:v>
                  </c:pt>
                  <c:pt idx="1">
                    <c:v>Зима</c:v>
                  </c:pt>
                  <c:pt idx="2">
                    <c:v>Весна</c:v>
                  </c:pt>
                  <c:pt idx="3">
                    <c:v>Лето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0.84</c:v>
                </c:pt>
                <c:pt idx="2">
                  <c:v>0.91</c:v>
                </c:pt>
                <c:pt idx="3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Ансамбль</c:v>
                </c:pt>
              </c:strCache>
            </c:strRef>
          </c:tx>
          <c:spPr>
            <a:solidFill>
              <a:srgbClr val="12A3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374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Осень</c:v>
                  </c:pt>
                  <c:pt idx="1">
                    <c:v>Зима</c:v>
                  </c:pt>
                  <c:pt idx="2">
                    <c:v>Весна</c:v>
                  </c:pt>
                  <c:pt idx="3">
                    <c:v>Лето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</c:v>
                </c:pt>
                <c:pt idx="1">
                  <c:v>0.87</c:v>
                </c:pt>
                <c:pt idx="2">
                  <c:v>0.95</c:v>
                </c:pt>
                <c:pt idx="3">
                  <c:v>0.78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 + погода</c:v>
                </c:pt>
              </c:strCache>
            </c:strRef>
          </c:tx>
          <c:spPr>
            <a:solidFill>
              <a:srgbClr val="8FB0D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374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Осень</c:v>
                  </c:pt>
                  <c:pt idx="1">
                    <c:v>Зима</c:v>
                  </c:pt>
                  <c:pt idx="2">
                    <c:v>Весна</c:v>
                  </c:pt>
                  <c:pt idx="3">
                    <c:v>Лето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0.91</c:v>
                </c:pt>
                <c:pt idx="1">
                  <c:v>1.05</c:v>
                </c:pt>
                <c:pt idx="2">
                  <c:v>1.11</c:v>
                </c:pt>
                <c:pt idx="3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D374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9525" cap="flat">
              <a:solidFill>
                <a:srgbClr val="D3DAE4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6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6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прогноз почасового потребления мощности ОЭС Северо-Запада на сутки вперёд. Сравниваем классическое машинное обучение и предобученную модель временных рядов Chronos-2, все модели используют прогноз погоды.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раздел: зачем нужен прогноз и что мы хотим получить.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 на сутки вперёд — основа планирования энергосистемы. Сложность в сильной зависимости от погоды и в том, что простые методы ошибаются, особенно в морозы.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востребована ежедневно; новые предобученные модели ещё не проверены на российских данных; открытые данные позволяют сделать воспроизводимое исследование.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точный прогноз на сутки вперёд с учётом погоды. Пять задач идут по порядку: данные, классические модели, нейросеть, честная проверка, интерфейс.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 на сутки D делается в 09:00 накануне. Часы с 09 до 23 предыдущих суток модель тоже прогнозирует, но в зачёт идут только 24 часа суток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раздел: данные, модели и методика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Потребление — с сайта СО ЕЭС, почасово с 2021 года. Погода — Open-Meteo по 9 городам ОЭС с весами по населению. Календарь нужен, чтобы модель знала праздники и переносы выходных.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внешний фактор — температура: отопление и освещение. Отсюда идея добавить в модели прогноз погоды.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Chronos-2 — модель-основа для временных рядов: её не обучают с нуля, а дообучают на наших данных. Мы сравнили дообучение LoRA и полное.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требование — отсутствие утечки будущего. Погода в тесте — именно прогноз, выпущенный накануне, а не 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раздел: результаты проверки на целом годе.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Лучшая модель — Chronos-2 после дообучения LoRA: 0,84 %. Второй вариант дообучения: LoRA 0,84 %, полное 0,85 % — разница в пределах сотых. Ансамбль — 0,86 %.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сильный мороз потребление выходит за пределы обычных значений. LightGBM не умеет экстраполировать и занижает пики, Chronos-2 держит форму кривой.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Зимой и весной сильнее всех дообученная Chronos-2, летом — ансамбль. Можно переключать модель по сезону.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Погода — самый ценный признак после истории потребления. При этом неточность прогноза погоды почти не вредит: разница с идеальной погодой — сотые доли процента.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исследования оформлен в инструмент: выбираешь сутки, нажимаешь «Сделать прогноз» и через полминуты получаешь почасовой прогноз с коридором неопределённости.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предобученная модель временных рядов после дообучения даёт лучший прогноз, погода важна, всё работает на обычном ноутбуке. Дальше — масштабирование на все ОЭС.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7178040" y="1188720"/>
            <a:ext cx="4297680" cy="4297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79400" dist="1270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7178040" y="1188720"/>
            <a:ext cx="4297680" cy="4297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79400" dist="127000" dir="2700000">
              <a:srgbClr val="A3B1C6">
                <a:alpha val="60000"/>
              </a:srgbClr>
            </a:outerShdw>
          </a:effectLst>
        </p:spPr>
      </p:sp>
      <p:sp>
        <p:nvSpPr>
          <p:cNvPr id="4" name="!!well"/>
          <p:cNvSpPr/>
          <p:nvPr/>
        </p:nvSpPr>
        <p:spPr>
          <a:xfrm>
            <a:off x="8001000" y="2011680"/>
            <a:ext cx="2651760" cy="265176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5" name="!!bolt"/>
          <p:cNvSpPr/>
          <p:nvPr/>
        </p:nvSpPr>
        <p:spPr>
          <a:xfrm>
            <a:off x="8732520" y="2697480"/>
            <a:ext cx="1188720" cy="1280160"/>
          </a:xfrm>
          <a:prstGeom prst="lightningBolt">
            <a:avLst/>
          </a:prstGeom>
          <a:solidFill>
            <a:srgbClr val="2563C9"/>
          </a:solidFill>
          <a:ln/>
        </p:spPr>
      </p:sp>
      <p:sp>
        <p:nvSpPr>
          <p:cNvPr id="6" name="s1_shp_1"/>
          <p:cNvSpPr/>
          <p:nvPr/>
        </p:nvSpPr>
        <p:spPr>
          <a:xfrm>
            <a:off x="731520" y="96012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7" name="s1_shp_2"/>
          <p:cNvSpPr/>
          <p:nvPr/>
        </p:nvSpPr>
        <p:spPr>
          <a:xfrm>
            <a:off x="731520" y="96012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8" name="s1_txt_3"/>
          <p:cNvSpPr txBox="1"/>
          <p:nvPr/>
        </p:nvSpPr>
        <p:spPr>
          <a:xfrm>
            <a:off x="731520" y="960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ИССЛЕДОВАТЕЛЬСКИЙ ПРОЕКТ</a:t>
            </a:r>
            <a:endParaRPr lang="en-US" sz="1200" dirty="0"/>
          </a:p>
        </p:txBody>
      </p:sp>
      <p:sp>
        <p:nvSpPr>
          <p:cNvPr id="9" name="s1_txt_4"/>
          <p:cNvSpPr txBox="1"/>
          <p:nvPr/>
        </p:nvSpPr>
        <p:spPr>
          <a:xfrm>
            <a:off x="731520" y="1691640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Прогнозирование электропотребления ОЭС Северо-Запада</a:t>
            </a:r>
            <a:endParaRPr lang="en-US" sz="4600" dirty="0"/>
          </a:p>
        </p:txBody>
      </p:sp>
      <p:sp>
        <p:nvSpPr>
          <p:cNvPr id="10" name="s1_txt_5"/>
          <p:cNvSpPr txBox="1"/>
          <p:nvPr/>
        </p:nvSpPr>
        <p:spPr>
          <a:xfrm>
            <a:off x="731520" y="4069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с учётом погодных факторов: почасовой прогноз на сутки вперёд</a:t>
            </a:r>
            <a:endParaRPr lang="en-US" sz="1800" dirty="0"/>
          </a:p>
        </p:txBody>
      </p:sp>
      <p:sp>
        <p:nvSpPr>
          <p:cNvPr id="11" name="s1_shp_6"/>
          <p:cNvSpPr/>
          <p:nvPr/>
        </p:nvSpPr>
        <p:spPr>
          <a:xfrm>
            <a:off x="731520" y="50749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2" name="s1_txt_7"/>
          <p:cNvSpPr txBox="1"/>
          <p:nvPr/>
        </p:nvSpPr>
        <p:spPr>
          <a:xfrm>
            <a:off x="7315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ЕЭС · 2021–2026</a:t>
            </a:r>
            <a:endParaRPr lang="en-US" sz="1300" dirty="0"/>
          </a:p>
        </p:txBody>
      </p:sp>
      <p:sp>
        <p:nvSpPr>
          <p:cNvPr id="13" name="s1_shp_8"/>
          <p:cNvSpPr/>
          <p:nvPr/>
        </p:nvSpPr>
        <p:spPr>
          <a:xfrm>
            <a:off x="3291840" y="5074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4" name="s1_txt_9"/>
          <p:cNvSpPr txBox="1"/>
          <p:nvPr/>
        </p:nvSpPr>
        <p:spPr>
          <a:xfrm>
            <a:off x="329184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2700000">
              <a:srgbClr val="A3B1C6">
                <a:alpha val="60000"/>
              </a:srgbClr>
            </a:outerShdw>
          </a:effectLst>
        </p:spPr>
      </p:sp>
      <p:sp>
        <p:nvSpPr>
          <p:cNvPr id="4" name="!!well"/>
          <p:cNvSpPr/>
          <p:nvPr/>
        </p:nvSpPr>
        <p:spPr>
          <a:xfrm>
            <a:off x="1463040" y="2286000"/>
            <a:ext cx="2286000" cy="22860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5" name="!!num"/>
          <p:cNvSpPr txBox="1"/>
          <p:nvPr/>
        </p:nvSpPr>
        <p:spPr>
          <a:xfrm>
            <a:off x="146304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s2_txt_10"/>
          <p:cNvSpPr txBox="1"/>
          <p:nvPr/>
        </p:nvSpPr>
        <p:spPr>
          <a:xfrm>
            <a:off x="493776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4400" dirty="0"/>
          </a:p>
        </p:txBody>
      </p:sp>
      <p:sp>
        <p:nvSpPr>
          <p:cNvPr id="7" name="s2_txt_11"/>
          <p:cNvSpPr txBox="1"/>
          <p:nvPr/>
        </p:nvSpPr>
        <p:spPr>
          <a:xfrm>
            <a:off x="493776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Проблема, актуальность, цель и задачи исследования</a:t>
            </a:r>
            <a:endParaRPr lang="en-US" sz="1800" dirty="0"/>
          </a:p>
        </p:txBody>
      </p:sp>
      <p:sp>
        <p:nvSpPr>
          <p:cNvPr id="8" name="s2_shp_12"/>
          <p:cNvSpPr/>
          <p:nvPr/>
        </p:nvSpPr>
        <p:spPr>
          <a:xfrm>
            <a:off x="4937760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9" name="s2_shp_13"/>
          <p:cNvSpPr/>
          <p:nvPr/>
        </p:nvSpPr>
        <p:spPr>
          <a:xfrm>
            <a:off x="4937760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10" name="s2_shp_14"/>
          <p:cNvSpPr/>
          <p:nvPr/>
        </p:nvSpPr>
        <p:spPr>
          <a:xfrm>
            <a:off x="5504688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1" name="s2_shp_15"/>
          <p:cNvSpPr/>
          <p:nvPr/>
        </p:nvSpPr>
        <p:spPr>
          <a:xfrm>
            <a:off x="6071616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3_txt_16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6" name="s3_txt_17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прогноз потребления — непростая задача</a:t>
            </a:r>
            <a:endParaRPr lang="en-US" sz="1500" dirty="0"/>
          </a:p>
        </p:txBody>
      </p:sp>
      <p:sp>
        <p:nvSpPr>
          <p:cNvPr id="7" name="s3_shp_18"/>
          <p:cNvSpPr/>
          <p:nvPr/>
        </p:nvSpPr>
        <p:spPr>
          <a:xfrm>
            <a:off x="548640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3_shp_19"/>
          <p:cNvSpPr/>
          <p:nvPr/>
        </p:nvSpPr>
        <p:spPr>
          <a:xfrm>
            <a:off x="548640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9" name="s3_shp_20"/>
          <p:cNvSpPr/>
          <p:nvPr/>
        </p:nvSpPr>
        <p:spPr>
          <a:xfrm>
            <a:off x="868680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0" name="s3_shp_21"/>
          <p:cNvSpPr/>
          <p:nvPr/>
        </p:nvSpPr>
        <p:spPr>
          <a:xfrm>
            <a:off x="868680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1" name="s3_shp_22"/>
          <p:cNvSpPr/>
          <p:nvPr/>
        </p:nvSpPr>
        <p:spPr>
          <a:xfrm>
            <a:off x="1094537" y="2237537"/>
            <a:ext cx="416966" cy="416966"/>
          </a:xfrm>
          <a:prstGeom prst="lightningBolt">
            <a:avLst/>
          </a:prstGeom>
          <a:solidFill>
            <a:srgbClr val="2563C9"/>
          </a:solidFill>
          <a:ln/>
        </p:spPr>
      </p:sp>
      <p:sp>
        <p:nvSpPr>
          <p:cNvPr id="12" name="s3_txt_23"/>
          <p:cNvSpPr txBox="1"/>
          <p:nvPr/>
        </p:nvSpPr>
        <p:spPr>
          <a:xfrm>
            <a:off x="86868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стоит денег</a:t>
            </a:r>
            <a:endParaRPr lang="en-US" sz="2100" dirty="0"/>
          </a:p>
        </p:txBody>
      </p:sp>
      <p:sp>
        <p:nvSpPr>
          <p:cNvPr id="13" name="s3_txt_24"/>
          <p:cNvSpPr txBox="1"/>
          <p:nvPr/>
        </p:nvSpPr>
        <p:spPr>
          <a:xfrm>
            <a:off x="868680" y="38862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прогнозу на завтра планируют работу электростанций и резервы. Ошибка в 1 % — это около 120 МВт мощности в ОЭС Северо-Запада.</a:t>
            </a:r>
            <a:endParaRPr lang="en-US" sz="1400" dirty="0"/>
          </a:p>
        </p:txBody>
      </p:sp>
      <p:sp>
        <p:nvSpPr>
          <p:cNvPr id="14" name="s3_shp_25"/>
          <p:cNvSpPr/>
          <p:nvPr/>
        </p:nvSpPr>
        <p:spPr>
          <a:xfrm>
            <a:off x="4361688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5" name="s3_shp_26"/>
          <p:cNvSpPr/>
          <p:nvPr/>
        </p:nvSpPr>
        <p:spPr>
          <a:xfrm>
            <a:off x="4361688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6" name="s3_shp_27"/>
          <p:cNvSpPr/>
          <p:nvPr/>
        </p:nvSpPr>
        <p:spPr>
          <a:xfrm>
            <a:off x="4681728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7" name="s3_shp_28"/>
          <p:cNvSpPr/>
          <p:nvPr/>
        </p:nvSpPr>
        <p:spPr>
          <a:xfrm>
            <a:off x="4681728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8" name="s3_shp_29"/>
          <p:cNvSpPr/>
          <p:nvPr/>
        </p:nvSpPr>
        <p:spPr>
          <a:xfrm>
            <a:off x="5041014" y="2220858"/>
            <a:ext cx="250180" cy="250180"/>
          </a:xfrm>
          <a:prstGeom prst="sun">
            <a:avLst/>
          </a:prstGeom>
          <a:solidFill>
            <a:srgbClr val="F2B84B"/>
          </a:solidFill>
          <a:ln/>
        </p:spPr>
      </p:sp>
      <p:sp>
        <p:nvSpPr>
          <p:cNvPr id="19" name="s3_shp_30"/>
          <p:cNvSpPr/>
          <p:nvPr/>
        </p:nvSpPr>
        <p:spPr>
          <a:xfrm>
            <a:off x="4890906" y="2379305"/>
            <a:ext cx="396118" cy="250180"/>
          </a:xfrm>
          <a:prstGeom prst="cloud">
            <a:avLst/>
          </a:prstGeom>
          <a:solidFill>
            <a:srgbClr val="2563C9"/>
          </a:solidFill>
          <a:ln/>
        </p:spPr>
      </p:sp>
      <p:sp>
        <p:nvSpPr>
          <p:cNvPr id="20" name="s3_txt_31"/>
          <p:cNvSpPr txBox="1"/>
          <p:nvPr/>
        </p:nvSpPr>
        <p:spPr>
          <a:xfrm>
            <a:off x="4681728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зависимость от погоды</a:t>
            </a:r>
            <a:endParaRPr lang="en-US" sz="2100" dirty="0"/>
          </a:p>
        </p:txBody>
      </p:sp>
      <p:sp>
        <p:nvSpPr>
          <p:cNvPr id="21" name="s3_txt_32"/>
          <p:cNvSpPr txBox="1"/>
          <p:nvPr/>
        </p:nvSpPr>
        <p:spPr>
          <a:xfrm>
            <a:off x="4681728" y="38862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потребления и температуры −0,94: в морозы потребление на 45 % выше, чем в тёплые дни.</a:t>
            </a:r>
            <a:endParaRPr lang="en-US" sz="1400" dirty="0"/>
          </a:p>
        </p:txBody>
      </p:sp>
      <p:sp>
        <p:nvSpPr>
          <p:cNvPr id="22" name="s3_shp_33"/>
          <p:cNvSpPr/>
          <p:nvPr/>
        </p:nvSpPr>
        <p:spPr>
          <a:xfrm>
            <a:off x="8174736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3" name="s3_shp_34"/>
          <p:cNvSpPr/>
          <p:nvPr/>
        </p:nvSpPr>
        <p:spPr>
          <a:xfrm>
            <a:off x="8174736" y="1691640"/>
            <a:ext cx="3474720" cy="402336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4" name="s3_shp_35"/>
          <p:cNvSpPr/>
          <p:nvPr/>
        </p:nvSpPr>
        <p:spPr>
          <a:xfrm>
            <a:off x="8494776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25" name="s3_shp_36"/>
          <p:cNvSpPr/>
          <p:nvPr/>
        </p:nvSpPr>
        <p:spPr>
          <a:xfrm>
            <a:off x="8494776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26" name="s3_shp_37"/>
          <p:cNvSpPr/>
          <p:nvPr/>
        </p:nvSpPr>
        <p:spPr>
          <a:xfrm>
            <a:off x="8720633" y="2287573"/>
            <a:ext cx="416966" cy="316894"/>
          </a:xfrm>
          <a:prstGeom prst="flowChartDecision">
            <a:avLst/>
          </a:prstGeom>
          <a:solidFill>
            <a:srgbClr val="2563C9"/>
          </a:solidFill>
          <a:ln/>
        </p:spPr>
      </p:sp>
      <p:sp>
        <p:nvSpPr>
          <p:cNvPr id="27" name="s3_txt_38"/>
          <p:cNvSpPr txBox="1"/>
          <p:nvPr/>
        </p:nvSpPr>
        <p:spPr>
          <a:xfrm>
            <a:off x="8494776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методы не справляются</a:t>
            </a:r>
            <a:endParaRPr lang="en-US" sz="2100" dirty="0"/>
          </a:p>
        </p:txBody>
      </p:sp>
      <p:sp>
        <p:nvSpPr>
          <p:cNvPr id="28" name="s3_txt_39"/>
          <p:cNvSpPr txBox="1"/>
          <p:nvPr/>
        </p:nvSpPr>
        <p:spPr>
          <a:xfrm>
            <a:off x="8494776" y="38862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«как неделю назад» ошибается на 2,81 %, а деревья решений занижают пики в сильные морозы.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4_txt_40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3200" dirty="0"/>
          </a:p>
        </p:txBody>
      </p:sp>
      <p:sp>
        <p:nvSpPr>
          <p:cNvPr id="6" name="s4_shp_41"/>
          <p:cNvSpPr/>
          <p:nvPr/>
        </p:nvSpPr>
        <p:spPr>
          <a:xfrm>
            <a:off x="548640" y="160020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7" name="s4_shp_42"/>
          <p:cNvSpPr/>
          <p:nvPr/>
        </p:nvSpPr>
        <p:spPr>
          <a:xfrm>
            <a:off x="548640" y="160020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8" name="s4_shp_4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9" name="s4_txt_44"/>
          <p:cNvSpPr txBox="1"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4_txt_45"/>
          <p:cNvSpPr txBox="1"/>
          <p:nvPr/>
        </p:nvSpPr>
        <p:spPr>
          <a:xfrm>
            <a:off x="1828800" y="1801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на сутки вперёд</a:t>
            </a:r>
            <a:endParaRPr lang="en-US" sz="2000" dirty="0"/>
          </a:p>
        </p:txBody>
      </p:sp>
      <p:sp>
        <p:nvSpPr>
          <p:cNvPr id="11" name="s4_txt_46"/>
          <p:cNvSpPr txBox="1"/>
          <p:nvPr/>
        </p:nvSpPr>
        <p:spPr>
          <a:xfrm>
            <a:off x="1828800" y="22219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Почасовой прогноз потребления нужен каждый день, накануне — до подачи заявок на рынок на сутки вперёд.</a:t>
            </a:r>
            <a:endParaRPr lang="en-US" sz="1400" dirty="0"/>
          </a:p>
        </p:txBody>
      </p:sp>
      <p:sp>
        <p:nvSpPr>
          <p:cNvPr id="12" name="s4_shp_47"/>
          <p:cNvSpPr/>
          <p:nvPr/>
        </p:nvSpPr>
        <p:spPr>
          <a:xfrm>
            <a:off x="548640" y="310896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3" name="s4_shp_48"/>
          <p:cNvSpPr/>
          <p:nvPr/>
        </p:nvSpPr>
        <p:spPr>
          <a:xfrm>
            <a:off x="548640" y="310896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4" name="s4_shp_49"/>
          <p:cNvSpPr/>
          <p:nvPr/>
        </p:nvSpPr>
        <p:spPr>
          <a:xfrm>
            <a:off x="868680" y="3383280"/>
            <a:ext cx="685800" cy="6858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5" name="s4_txt_50"/>
          <p:cNvSpPr txBox="1"/>
          <p:nvPr/>
        </p:nvSpPr>
        <p:spPr>
          <a:xfrm>
            <a:off x="86868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4_txt_51"/>
          <p:cNvSpPr txBox="1"/>
          <p:nvPr/>
        </p:nvSpPr>
        <p:spPr>
          <a:xfrm>
            <a:off x="1828800" y="33101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класс моделей</a:t>
            </a:r>
            <a:endParaRPr lang="en-US" sz="2000" dirty="0"/>
          </a:p>
        </p:txBody>
      </p:sp>
      <p:sp>
        <p:nvSpPr>
          <p:cNvPr id="17" name="s4_txt_52"/>
          <p:cNvSpPr txBox="1"/>
          <p:nvPr/>
        </p:nvSpPr>
        <p:spPr>
          <a:xfrm>
            <a:off x="1828800" y="37307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Предобученные нейросети временных рядов, например Chronos-2 (2025), лидируют в мировых сравнениях. Их точность на данных ЕЭС России нужно проверить.</a:t>
            </a:r>
            <a:endParaRPr lang="en-US" sz="1400" dirty="0"/>
          </a:p>
        </p:txBody>
      </p:sp>
      <p:sp>
        <p:nvSpPr>
          <p:cNvPr id="18" name="s4_shp_53"/>
          <p:cNvSpPr/>
          <p:nvPr/>
        </p:nvSpPr>
        <p:spPr>
          <a:xfrm>
            <a:off x="548640" y="461772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9" name="s4_shp_54"/>
          <p:cNvSpPr/>
          <p:nvPr/>
        </p:nvSpPr>
        <p:spPr>
          <a:xfrm>
            <a:off x="548640" y="4617720"/>
            <a:ext cx="11109960" cy="1234440"/>
          </a:xfrm>
          <a:prstGeom prst="roundRect">
            <a:avLst>
              <a:gd name="adj" fmla="val 1629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0" name="s4_shp_55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1" name="s4_txt_56"/>
          <p:cNvSpPr txBox="1"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4_txt_57"/>
          <p:cNvSpPr txBox="1"/>
          <p:nvPr/>
        </p:nvSpPr>
        <p:spPr>
          <a:xfrm>
            <a:off x="1828800" y="48188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23" name="s4_txt_58"/>
          <p:cNvSpPr txBox="1"/>
          <p:nvPr/>
        </p:nvSpPr>
        <p:spPr>
          <a:xfrm>
            <a:off x="1828800" y="52395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ЕЭС и Open-Meteo публикуют почасовые данные о потреблении и погоде — исследование полностью воспроизводимо.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5_txt_59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6" name="s5_shp_60"/>
          <p:cNvSpPr/>
          <p:nvPr/>
        </p:nvSpPr>
        <p:spPr>
          <a:xfrm>
            <a:off x="548640" y="1600200"/>
            <a:ext cx="4206240" cy="4572000"/>
          </a:xfrm>
          <a:prstGeom prst="roundRect">
            <a:avLst>
              <a:gd name="adj" fmla="val 4783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7" name="s5_shp_61"/>
          <p:cNvSpPr/>
          <p:nvPr/>
        </p:nvSpPr>
        <p:spPr>
          <a:xfrm>
            <a:off x="548640" y="1600200"/>
            <a:ext cx="4206240" cy="4572000"/>
          </a:xfrm>
          <a:prstGeom prst="roundRect">
            <a:avLst>
              <a:gd name="adj" fmla="val 4783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8" name="s5_txt_62"/>
          <p:cNvSpPr txBox="1"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9" name="s5_txt_63"/>
          <p:cNvSpPr txBox="1"/>
          <p:nvPr/>
        </p:nvSpPr>
        <p:spPr>
          <a:xfrm>
            <a:off x="868680" y="228600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модель почасового прогноза потребления ОЭС Северо-Запада на сутки вперёд с учётом погоды и сравнить классическое машинное обучение с предобученной нейросетью Chronos-2</a:t>
            </a:r>
            <a:endParaRPr lang="en-US" sz="1800" dirty="0"/>
          </a:p>
        </p:txBody>
      </p:sp>
      <p:sp>
        <p:nvSpPr>
          <p:cNvPr id="10" name="s5_shp_64"/>
          <p:cNvSpPr/>
          <p:nvPr/>
        </p:nvSpPr>
        <p:spPr>
          <a:xfrm>
            <a:off x="5074920" y="1600200"/>
            <a:ext cx="6583680" cy="7315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1" name="s5_shp_65"/>
          <p:cNvSpPr/>
          <p:nvPr/>
        </p:nvSpPr>
        <p:spPr>
          <a:xfrm>
            <a:off x="5166360" y="1691640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12" name="s5_shp_66"/>
          <p:cNvSpPr/>
          <p:nvPr/>
        </p:nvSpPr>
        <p:spPr>
          <a:xfrm>
            <a:off x="5166360" y="1691640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13" name="s5_txt_67"/>
          <p:cNvSpPr txBox="1"/>
          <p:nvPr/>
        </p:nvSpPr>
        <p:spPr>
          <a:xfrm>
            <a:off x="5166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s5_txt_68"/>
          <p:cNvSpPr txBox="1"/>
          <p:nvPr/>
        </p:nvSpPr>
        <p:spPr>
          <a:xfrm>
            <a:off x="5897880" y="160020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данные СО ЕЭС, погоду и производственный календарь за 2021–2026 гг.</a:t>
            </a:r>
            <a:endParaRPr lang="en-US" sz="1450" dirty="0"/>
          </a:p>
        </p:txBody>
      </p:sp>
      <p:sp>
        <p:nvSpPr>
          <p:cNvPr id="15" name="s5_shp_69"/>
          <p:cNvSpPr/>
          <p:nvPr/>
        </p:nvSpPr>
        <p:spPr>
          <a:xfrm>
            <a:off x="5074920" y="2532888"/>
            <a:ext cx="6583680" cy="7315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6" name="s5_shp_70"/>
          <p:cNvSpPr/>
          <p:nvPr/>
        </p:nvSpPr>
        <p:spPr>
          <a:xfrm>
            <a:off x="5166360" y="2624328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17" name="s5_shp_71"/>
          <p:cNvSpPr/>
          <p:nvPr/>
        </p:nvSpPr>
        <p:spPr>
          <a:xfrm>
            <a:off x="5166360" y="2624328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18" name="s5_txt_72"/>
          <p:cNvSpPr txBox="1"/>
          <p:nvPr/>
        </p:nvSpPr>
        <p:spPr>
          <a:xfrm>
            <a:off x="516636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s5_txt_73"/>
          <p:cNvSpPr txBox="1"/>
          <p:nvPr/>
        </p:nvSpPr>
        <p:spPr>
          <a:xfrm>
            <a:off x="5897880" y="2532888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базовые модели и градиентный бустинг LightGBM</a:t>
            </a:r>
            <a:endParaRPr lang="en-US" sz="1450" dirty="0"/>
          </a:p>
        </p:txBody>
      </p:sp>
      <p:sp>
        <p:nvSpPr>
          <p:cNvPr id="20" name="s5_shp_74"/>
          <p:cNvSpPr/>
          <p:nvPr/>
        </p:nvSpPr>
        <p:spPr>
          <a:xfrm>
            <a:off x="5074920" y="3465576"/>
            <a:ext cx="6583680" cy="7315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1" name="s5_shp_75"/>
          <p:cNvSpPr/>
          <p:nvPr/>
        </p:nvSpPr>
        <p:spPr>
          <a:xfrm>
            <a:off x="5166360" y="3557016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22" name="s5_shp_76"/>
          <p:cNvSpPr/>
          <p:nvPr/>
        </p:nvSpPr>
        <p:spPr>
          <a:xfrm>
            <a:off x="5166360" y="3557016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23" name="s5_txt_77"/>
          <p:cNvSpPr txBox="1"/>
          <p:nvPr/>
        </p:nvSpPr>
        <p:spPr>
          <a:xfrm>
            <a:off x="516636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s5_txt_78"/>
          <p:cNvSpPr txBox="1"/>
          <p:nvPr/>
        </p:nvSpPr>
        <p:spPr>
          <a:xfrm>
            <a:off x="5897880" y="3465576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Дообучить нейросеть Chronos-2 на данных энергосистемы</a:t>
            </a:r>
            <a:endParaRPr lang="en-US" sz="1450" dirty="0"/>
          </a:p>
        </p:txBody>
      </p:sp>
      <p:sp>
        <p:nvSpPr>
          <p:cNvPr id="25" name="s5_shp_79"/>
          <p:cNvSpPr/>
          <p:nvPr/>
        </p:nvSpPr>
        <p:spPr>
          <a:xfrm>
            <a:off x="5074920" y="4398264"/>
            <a:ext cx="6583680" cy="7315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6" name="s5_shp_80"/>
          <p:cNvSpPr/>
          <p:nvPr/>
        </p:nvSpPr>
        <p:spPr>
          <a:xfrm>
            <a:off x="5166360" y="4489704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27" name="s5_shp_81"/>
          <p:cNvSpPr/>
          <p:nvPr/>
        </p:nvSpPr>
        <p:spPr>
          <a:xfrm>
            <a:off x="5166360" y="4489704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28" name="s5_txt_82"/>
          <p:cNvSpPr txBox="1"/>
          <p:nvPr/>
        </p:nvSpPr>
        <p:spPr>
          <a:xfrm>
            <a:off x="516636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s5_txt_83"/>
          <p:cNvSpPr txBox="1"/>
          <p:nvPr/>
        </p:nvSpPr>
        <p:spPr>
          <a:xfrm>
            <a:off x="5897880" y="4398264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модели на целом годе с прогнозом погоды, а не фактом</a:t>
            </a:r>
            <a:endParaRPr lang="en-US" sz="1450" dirty="0"/>
          </a:p>
        </p:txBody>
      </p:sp>
      <p:sp>
        <p:nvSpPr>
          <p:cNvPr id="30" name="s5_shp_84"/>
          <p:cNvSpPr/>
          <p:nvPr/>
        </p:nvSpPr>
        <p:spPr>
          <a:xfrm>
            <a:off x="5074920" y="5330952"/>
            <a:ext cx="6583680" cy="7315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31" name="s5_shp_85"/>
          <p:cNvSpPr/>
          <p:nvPr/>
        </p:nvSpPr>
        <p:spPr>
          <a:xfrm>
            <a:off x="5166360" y="5422392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32" name="s5_shp_86"/>
          <p:cNvSpPr/>
          <p:nvPr/>
        </p:nvSpPr>
        <p:spPr>
          <a:xfrm>
            <a:off x="5166360" y="5422392"/>
            <a:ext cx="548640" cy="54864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33" name="s5_txt_87"/>
          <p:cNvSpPr txBox="1"/>
          <p:nvPr/>
        </p:nvSpPr>
        <p:spPr>
          <a:xfrm>
            <a:off x="516636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s5_txt_88"/>
          <p:cNvSpPr txBox="1"/>
          <p:nvPr/>
        </p:nvSpPr>
        <p:spPr>
          <a:xfrm>
            <a:off x="5897880" y="5330952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интерфейс прогноза на завтра: сайт и приложение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7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6_txt_89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прогнозируем</a:t>
            </a:r>
            <a:endParaRPr lang="en-US" sz="3200" dirty="0"/>
          </a:p>
        </p:txBody>
      </p:sp>
      <p:sp>
        <p:nvSpPr>
          <p:cNvPr id="6" name="s6_shp_90"/>
          <p:cNvSpPr/>
          <p:nvPr/>
        </p:nvSpPr>
        <p:spPr>
          <a:xfrm>
            <a:off x="548640" y="1600200"/>
            <a:ext cx="5212080" cy="4343400"/>
          </a:xfrm>
          <a:prstGeom prst="roundRect">
            <a:avLst>
              <a:gd name="adj" fmla="val 463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7" name="s6_shp_91"/>
          <p:cNvSpPr/>
          <p:nvPr/>
        </p:nvSpPr>
        <p:spPr>
          <a:xfrm>
            <a:off x="548640" y="1600200"/>
            <a:ext cx="5212080" cy="4343400"/>
          </a:xfrm>
          <a:prstGeom prst="roundRect">
            <a:avLst>
              <a:gd name="adj" fmla="val 463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8" name="s6_txt_92"/>
          <p:cNvSpPr txBox="1"/>
          <p:nvPr/>
        </p:nvSpPr>
        <p:spPr>
          <a:xfrm>
            <a:off x="868680" y="187452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Почасовое потребление мощности ОЭС Северо-Запада на следующие сутки: 24 значения, МВт.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выпускается накануне в 09:00 МСК, как для рынка на сутки вперёд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видят только то, что известно к этому моменту: факт потребления до 08:00 и прогноз погоды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оцениваем по 24 часам суток D, метрика MAPE, %</a:t>
            </a:r>
            <a:endParaRPr lang="en-US" sz="1500" dirty="0"/>
          </a:p>
        </p:txBody>
      </p:sp>
      <p:sp>
        <p:nvSpPr>
          <p:cNvPr id="9" name="s6_shp_93"/>
          <p:cNvSpPr/>
          <p:nvPr/>
        </p:nvSpPr>
        <p:spPr>
          <a:xfrm>
            <a:off x="6126480" y="1554480"/>
            <a:ext cx="5715000" cy="2331720"/>
          </a:xfrm>
          <a:prstGeom prst="roundRect">
            <a:avLst>
              <a:gd name="adj" fmla="val 862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0" name="s6_shp_94"/>
          <p:cNvSpPr/>
          <p:nvPr/>
        </p:nvSpPr>
        <p:spPr>
          <a:xfrm>
            <a:off x="6126480" y="1554480"/>
            <a:ext cx="5715000" cy="2331720"/>
          </a:xfrm>
          <a:prstGeom prst="roundRect">
            <a:avLst>
              <a:gd name="adj" fmla="val 862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1" name="s6_txt_95"/>
          <p:cNvSpPr txBox="1"/>
          <p:nvPr/>
        </p:nvSpPr>
        <p:spPr>
          <a:xfrm>
            <a:off x="6243637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выпуск прогноза</a:t>
            </a:r>
            <a:endParaRPr lang="en-US" sz="1200" dirty="0"/>
          </a:p>
        </p:txBody>
      </p:sp>
      <p:sp>
        <p:nvSpPr>
          <p:cNvPr id="12" name="s6_shp_96"/>
          <p:cNvSpPr/>
          <p:nvPr/>
        </p:nvSpPr>
        <p:spPr>
          <a:xfrm>
            <a:off x="6355080" y="2331720"/>
            <a:ext cx="5257800" cy="384048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3" name="s6_shp_97"/>
          <p:cNvSpPr/>
          <p:nvPr/>
        </p:nvSpPr>
        <p:spPr>
          <a:xfrm>
            <a:off x="6355080" y="2331720"/>
            <a:ext cx="985838" cy="384048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/>
        </p:spPr>
      </p:sp>
      <p:sp>
        <p:nvSpPr>
          <p:cNvPr id="14" name="s6_shp_98"/>
          <p:cNvSpPr/>
          <p:nvPr/>
        </p:nvSpPr>
        <p:spPr>
          <a:xfrm>
            <a:off x="8983980" y="233172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12A3B5"/>
          </a:solidFill>
          <a:ln/>
        </p:spPr>
      </p:sp>
      <p:sp>
        <p:nvSpPr>
          <p:cNvPr id="15" name="s6_shp_99"/>
          <p:cNvSpPr/>
          <p:nvPr/>
        </p:nvSpPr>
        <p:spPr>
          <a:xfrm>
            <a:off x="7222045" y="2112264"/>
            <a:ext cx="237744" cy="237744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16" name="s6_txt_100"/>
          <p:cNvSpPr txBox="1"/>
          <p:nvPr/>
        </p:nvSpPr>
        <p:spPr>
          <a:xfrm>
            <a:off x="6355080" y="2880360"/>
            <a:ext cx="1260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D−1, 00–08</a:t>
            </a:r>
            <a:endParaRPr lang="en-US" sz="1250" dirty="0"/>
          </a:p>
        </p:txBody>
      </p:sp>
      <p:sp>
        <p:nvSpPr>
          <p:cNvPr id="17" name="s6_txt_101"/>
          <p:cNvSpPr txBox="1"/>
          <p:nvPr/>
        </p:nvSpPr>
        <p:spPr>
          <a:xfrm>
            <a:off x="6355080" y="3154680"/>
            <a:ext cx="1260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известен</a:t>
            </a:r>
            <a:endParaRPr lang="en-US" sz="1150" dirty="0"/>
          </a:p>
        </p:txBody>
      </p:sp>
      <p:sp>
        <p:nvSpPr>
          <p:cNvPr id="18" name="s6_txt_102"/>
          <p:cNvSpPr txBox="1"/>
          <p:nvPr/>
        </p:nvSpPr>
        <p:spPr>
          <a:xfrm>
            <a:off x="7478078" y="2880360"/>
            <a:ext cx="1460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D−1, 09–23</a:t>
            </a:r>
            <a:endParaRPr lang="en-US" sz="1250" dirty="0"/>
          </a:p>
        </p:txBody>
      </p:sp>
      <p:sp>
        <p:nvSpPr>
          <p:cNvPr id="19" name="s6_txt_103"/>
          <p:cNvSpPr txBox="1"/>
          <p:nvPr/>
        </p:nvSpPr>
        <p:spPr>
          <a:xfrm>
            <a:off x="7478078" y="3154680"/>
            <a:ext cx="1460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оценивается</a:t>
            </a:r>
            <a:endParaRPr lang="en-US" sz="1150" dirty="0"/>
          </a:p>
        </p:txBody>
      </p:sp>
      <p:sp>
        <p:nvSpPr>
          <p:cNvPr id="20" name="s6_txt_104"/>
          <p:cNvSpPr txBox="1"/>
          <p:nvPr/>
        </p:nvSpPr>
        <p:spPr>
          <a:xfrm>
            <a:off x="9075420" y="28803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Сутки D, 00–23</a:t>
            </a:r>
            <a:endParaRPr lang="en-US" sz="1250" dirty="0"/>
          </a:p>
        </p:txBody>
      </p:sp>
      <p:sp>
        <p:nvSpPr>
          <p:cNvPr id="21" name="s6_txt_105"/>
          <p:cNvSpPr txBox="1"/>
          <p:nvPr/>
        </p:nvSpPr>
        <p:spPr>
          <a:xfrm>
            <a:off x="9075420" y="3154680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оцениваемых часа</a:t>
            </a:r>
            <a:endParaRPr lang="en-US" sz="1150" dirty="0"/>
          </a:p>
        </p:txBody>
      </p:sp>
      <p:sp>
        <p:nvSpPr>
          <p:cNvPr id="22" name="s6_shp_106"/>
          <p:cNvSpPr/>
          <p:nvPr/>
        </p:nvSpPr>
        <p:spPr>
          <a:xfrm>
            <a:off x="6126480" y="3886200"/>
            <a:ext cx="269748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3" name="s6_shp_107"/>
          <p:cNvSpPr/>
          <p:nvPr/>
        </p:nvSpPr>
        <p:spPr>
          <a:xfrm>
            <a:off x="6126480" y="3886200"/>
            <a:ext cx="269748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4" name="s6_txt_108"/>
          <p:cNvSpPr txBox="1"/>
          <p:nvPr/>
        </p:nvSpPr>
        <p:spPr>
          <a:xfrm>
            <a:off x="6382512" y="4069080"/>
            <a:ext cx="224028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7,3–15,8 ГВт</a:t>
            </a:r>
            <a:endParaRPr lang="en-US" sz="3000" dirty="0"/>
          </a:p>
        </p:txBody>
      </p:sp>
      <p:sp>
        <p:nvSpPr>
          <p:cNvPr id="25" name="s6_txt_109"/>
          <p:cNvSpPr txBox="1"/>
          <p:nvPr/>
        </p:nvSpPr>
        <p:spPr>
          <a:xfrm>
            <a:off x="6382512" y="4596910"/>
            <a:ext cx="2240280" cy="9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часовой нагрузки в 2021–2026 гг.</a:t>
            </a:r>
            <a:endParaRPr lang="en-US" sz="1300" dirty="0"/>
          </a:p>
        </p:txBody>
      </p:sp>
      <p:sp>
        <p:nvSpPr>
          <p:cNvPr id="26" name="s6_shp_110"/>
          <p:cNvSpPr/>
          <p:nvPr/>
        </p:nvSpPr>
        <p:spPr>
          <a:xfrm>
            <a:off x="9098280" y="3886200"/>
            <a:ext cx="256032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7" name="s6_shp_111"/>
          <p:cNvSpPr/>
          <p:nvPr/>
        </p:nvSpPr>
        <p:spPr>
          <a:xfrm>
            <a:off x="9098280" y="3886200"/>
            <a:ext cx="256032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8" name="s6_txt_112"/>
          <p:cNvSpPr txBox="1"/>
          <p:nvPr/>
        </p:nvSpPr>
        <p:spPr>
          <a:xfrm>
            <a:off x="9354312" y="4069080"/>
            <a:ext cx="21031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суток</a:t>
            </a:r>
            <a:endParaRPr lang="en-US" sz="3000" dirty="0"/>
          </a:p>
        </p:txBody>
      </p:sp>
      <p:sp>
        <p:nvSpPr>
          <p:cNvPr id="29" name="s6_txt_113"/>
          <p:cNvSpPr txBox="1"/>
          <p:nvPr/>
        </p:nvSpPr>
        <p:spPr>
          <a:xfrm>
            <a:off x="9354312" y="4596910"/>
            <a:ext cx="2103120" cy="9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тестовый период: 01.10.2025 – 29.09.2026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2700000">
              <a:srgbClr val="A3B1C6">
                <a:alpha val="60000"/>
              </a:srgbClr>
            </a:outerShdw>
          </a:effectLst>
        </p:spPr>
      </p:sp>
      <p:sp>
        <p:nvSpPr>
          <p:cNvPr id="4" name="!!well"/>
          <p:cNvSpPr/>
          <p:nvPr/>
        </p:nvSpPr>
        <p:spPr>
          <a:xfrm>
            <a:off x="1463040" y="2286000"/>
            <a:ext cx="2286000" cy="22860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5" name="!!num"/>
          <p:cNvSpPr txBox="1"/>
          <p:nvPr/>
        </p:nvSpPr>
        <p:spPr>
          <a:xfrm>
            <a:off x="146304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s7_txt_114"/>
          <p:cNvSpPr txBox="1"/>
          <p:nvPr/>
        </p:nvSpPr>
        <p:spPr>
          <a:xfrm>
            <a:off x="493776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модели</a:t>
            </a:r>
            <a:endParaRPr lang="en-US" sz="4400" dirty="0"/>
          </a:p>
        </p:txBody>
      </p:sp>
      <p:sp>
        <p:nvSpPr>
          <p:cNvPr id="7" name="s7_txt_115"/>
          <p:cNvSpPr txBox="1"/>
          <p:nvPr/>
        </p:nvSpPr>
        <p:spPr>
          <a:xfrm>
            <a:off x="493776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данные, какие модели сравниваем и как проверяем</a:t>
            </a:r>
            <a:endParaRPr lang="en-US" sz="1800" dirty="0"/>
          </a:p>
        </p:txBody>
      </p:sp>
      <p:sp>
        <p:nvSpPr>
          <p:cNvPr id="8" name="s7_shp_116"/>
          <p:cNvSpPr/>
          <p:nvPr/>
        </p:nvSpPr>
        <p:spPr>
          <a:xfrm>
            <a:off x="4937760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9" name="s7_shp_117"/>
          <p:cNvSpPr/>
          <p:nvPr/>
        </p:nvSpPr>
        <p:spPr>
          <a:xfrm>
            <a:off x="5504688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10" name="s7_shp_118"/>
          <p:cNvSpPr/>
          <p:nvPr/>
        </p:nvSpPr>
        <p:spPr>
          <a:xfrm>
            <a:off x="5504688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  <p:sp>
        <p:nvSpPr>
          <p:cNvPr id="11" name="s7_shp_119"/>
          <p:cNvSpPr/>
          <p:nvPr/>
        </p:nvSpPr>
        <p:spPr>
          <a:xfrm>
            <a:off x="6071616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8_txt_120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3200" dirty="0"/>
          </a:p>
        </p:txBody>
      </p:sp>
      <p:sp>
        <p:nvSpPr>
          <p:cNvPr id="6" name="s8_txt_121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открытых источника, всё почасовое и во времени МСК</a:t>
            </a:r>
            <a:endParaRPr lang="en-US" sz="1500" dirty="0"/>
          </a:p>
        </p:txBody>
      </p:sp>
      <p:sp>
        <p:nvSpPr>
          <p:cNvPr id="7" name="s8_shp_122"/>
          <p:cNvSpPr/>
          <p:nvPr/>
        </p:nvSpPr>
        <p:spPr>
          <a:xfrm>
            <a:off x="548640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8_shp_123"/>
          <p:cNvSpPr/>
          <p:nvPr/>
        </p:nvSpPr>
        <p:spPr>
          <a:xfrm>
            <a:off x="548640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9" name="s8_shp_124"/>
          <p:cNvSpPr/>
          <p:nvPr/>
        </p:nvSpPr>
        <p:spPr>
          <a:xfrm>
            <a:off x="868680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0" name="s8_shp_125"/>
          <p:cNvSpPr/>
          <p:nvPr/>
        </p:nvSpPr>
        <p:spPr>
          <a:xfrm>
            <a:off x="868680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1" name="s8_shp_126"/>
          <p:cNvSpPr/>
          <p:nvPr/>
        </p:nvSpPr>
        <p:spPr>
          <a:xfrm>
            <a:off x="1094537" y="2237537"/>
            <a:ext cx="416966" cy="416966"/>
          </a:xfrm>
          <a:prstGeom prst="lightningBolt">
            <a:avLst/>
          </a:prstGeom>
          <a:solidFill>
            <a:srgbClr val="2563C9"/>
          </a:solidFill>
          <a:ln/>
        </p:spPr>
      </p:sp>
      <p:sp>
        <p:nvSpPr>
          <p:cNvPr id="12" name="s8_txt_127"/>
          <p:cNvSpPr txBox="1"/>
          <p:nvPr/>
        </p:nvSpPr>
        <p:spPr>
          <a:xfrm>
            <a:off x="868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ЕЭС</a:t>
            </a:r>
            <a:endParaRPr lang="en-US" sz="1400" dirty="0"/>
          </a:p>
        </p:txBody>
      </p:sp>
      <p:sp>
        <p:nvSpPr>
          <p:cNvPr id="13" name="s8_txt_128"/>
          <p:cNvSpPr txBox="1"/>
          <p:nvPr/>
        </p:nvSpPr>
        <p:spPr>
          <a:xfrm>
            <a:off x="868680" y="3447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50 349 ч</a:t>
            </a:r>
            <a:endParaRPr lang="en-US" sz="3600" dirty="0"/>
          </a:p>
        </p:txBody>
      </p:sp>
      <p:sp>
        <p:nvSpPr>
          <p:cNvPr id="14" name="s8_txt_129"/>
          <p:cNvSpPr txBox="1"/>
          <p:nvPr/>
        </p:nvSpPr>
        <p:spPr>
          <a:xfrm>
            <a:off x="86868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и генерация ОЭС Северо-Запада с января 2021 года, оперативные данные Системного оператора</a:t>
            </a:r>
            <a:endParaRPr lang="en-US" sz="1350" dirty="0"/>
          </a:p>
        </p:txBody>
      </p:sp>
      <p:sp>
        <p:nvSpPr>
          <p:cNvPr id="15" name="s8_shp_130"/>
          <p:cNvSpPr/>
          <p:nvPr/>
        </p:nvSpPr>
        <p:spPr>
          <a:xfrm>
            <a:off x="4361688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6" name="s8_shp_131"/>
          <p:cNvSpPr/>
          <p:nvPr/>
        </p:nvSpPr>
        <p:spPr>
          <a:xfrm>
            <a:off x="4361688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7" name="s8_shp_132"/>
          <p:cNvSpPr/>
          <p:nvPr/>
        </p:nvSpPr>
        <p:spPr>
          <a:xfrm>
            <a:off x="4681728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8" name="s8_shp_133"/>
          <p:cNvSpPr/>
          <p:nvPr/>
        </p:nvSpPr>
        <p:spPr>
          <a:xfrm>
            <a:off x="4681728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9" name="s8_shp_134"/>
          <p:cNvSpPr/>
          <p:nvPr/>
        </p:nvSpPr>
        <p:spPr>
          <a:xfrm>
            <a:off x="5041014" y="2220858"/>
            <a:ext cx="250180" cy="250180"/>
          </a:xfrm>
          <a:prstGeom prst="sun">
            <a:avLst/>
          </a:prstGeom>
          <a:solidFill>
            <a:srgbClr val="F2B84B"/>
          </a:solidFill>
          <a:ln/>
        </p:spPr>
      </p:sp>
      <p:sp>
        <p:nvSpPr>
          <p:cNvPr id="20" name="s8_shp_135"/>
          <p:cNvSpPr/>
          <p:nvPr/>
        </p:nvSpPr>
        <p:spPr>
          <a:xfrm>
            <a:off x="4890906" y="2379305"/>
            <a:ext cx="396118" cy="250180"/>
          </a:xfrm>
          <a:prstGeom prst="cloud">
            <a:avLst/>
          </a:prstGeom>
          <a:solidFill>
            <a:srgbClr val="2563C9"/>
          </a:solidFill>
          <a:ln/>
        </p:spPr>
      </p:sp>
      <p:sp>
        <p:nvSpPr>
          <p:cNvPr id="21" name="s8_txt_136"/>
          <p:cNvSpPr txBox="1"/>
          <p:nvPr/>
        </p:nvSpPr>
        <p:spPr>
          <a:xfrm>
            <a:off x="4681728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400" dirty="0"/>
          </a:p>
        </p:txBody>
      </p:sp>
      <p:sp>
        <p:nvSpPr>
          <p:cNvPr id="22" name="s8_txt_137"/>
          <p:cNvSpPr txBox="1"/>
          <p:nvPr/>
        </p:nvSpPr>
        <p:spPr>
          <a:xfrm>
            <a:off x="4681728" y="3447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городов</a:t>
            </a:r>
            <a:endParaRPr lang="en-US" sz="3600" dirty="0"/>
          </a:p>
        </p:txBody>
      </p:sp>
      <p:sp>
        <p:nvSpPr>
          <p:cNvPr id="23" name="s8_txt_138"/>
          <p:cNvSpPr txBox="1"/>
          <p:nvPr/>
        </p:nvSpPr>
        <p:spPr>
          <a:xfrm>
            <a:off x="4681728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ветер, облачность, радиация. Факт (реанализ ERA5) и архив прогнозов, выпущенных за сутки</a:t>
            </a:r>
            <a:endParaRPr lang="en-US" sz="1350" dirty="0"/>
          </a:p>
        </p:txBody>
      </p:sp>
      <p:sp>
        <p:nvSpPr>
          <p:cNvPr id="24" name="s8_shp_139"/>
          <p:cNvSpPr/>
          <p:nvPr/>
        </p:nvSpPr>
        <p:spPr>
          <a:xfrm>
            <a:off x="8174736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5" name="s8_shp_140"/>
          <p:cNvSpPr/>
          <p:nvPr/>
        </p:nvSpPr>
        <p:spPr>
          <a:xfrm>
            <a:off x="8174736" y="1691640"/>
            <a:ext cx="3474720" cy="41605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6" name="s8_shp_141"/>
          <p:cNvSpPr/>
          <p:nvPr/>
        </p:nvSpPr>
        <p:spPr>
          <a:xfrm>
            <a:off x="8494776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27" name="s8_shp_142"/>
          <p:cNvSpPr/>
          <p:nvPr/>
        </p:nvSpPr>
        <p:spPr>
          <a:xfrm>
            <a:off x="8494776" y="201168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28" name="s8_shp_143"/>
          <p:cNvSpPr/>
          <p:nvPr/>
        </p:nvSpPr>
        <p:spPr>
          <a:xfrm>
            <a:off x="8720633" y="2237537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29" name="s8_shp_144"/>
          <p:cNvSpPr/>
          <p:nvPr/>
        </p:nvSpPr>
        <p:spPr>
          <a:xfrm>
            <a:off x="8867797" y="2237537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0" name="s8_shp_145"/>
          <p:cNvSpPr/>
          <p:nvPr/>
        </p:nvSpPr>
        <p:spPr>
          <a:xfrm>
            <a:off x="9014962" y="2237537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1" name="s8_shp_146"/>
          <p:cNvSpPr/>
          <p:nvPr/>
        </p:nvSpPr>
        <p:spPr>
          <a:xfrm>
            <a:off x="8720633" y="2384701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2" name="s8_shp_147"/>
          <p:cNvSpPr/>
          <p:nvPr/>
        </p:nvSpPr>
        <p:spPr>
          <a:xfrm>
            <a:off x="8867797" y="2384701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3" name="s8_shp_148"/>
          <p:cNvSpPr/>
          <p:nvPr/>
        </p:nvSpPr>
        <p:spPr>
          <a:xfrm>
            <a:off x="9014962" y="2384701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4" name="s8_shp_149"/>
          <p:cNvSpPr/>
          <p:nvPr/>
        </p:nvSpPr>
        <p:spPr>
          <a:xfrm>
            <a:off x="8720633" y="2531866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5" name="s8_shp_150"/>
          <p:cNvSpPr/>
          <p:nvPr/>
        </p:nvSpPr>
        <p:spPr>
          <a:xfrm>
            <a:off x="8867797" y="2531866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6" name="s8_shp_151"/>
          <p:cNvSpPr/>
          <p:nvPr/>
        </p:nvSpPr>
        <p:spPr>
          <a:xfrm>
            <a:off x="9014962" y="2531866"/>
            <a:ext cx="122637" cy="122637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/>
        </p:spPr>
      </p:sp>
      <p:sp>
        <p:nvSpPr>
          <p:cNvPr id="37" name="s8_txt_152"/>
          <p:cNvSpPr txBox="1"/>
          <p:nvPr/>
        </p:nvSpPr>
        <p:spPr>
          <a:xfrm>
            <a:off x="8494776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400" dirty="0"/>
          </a:p>
        </p:txBody>
      </p:sp>
      <p:sp>
        <p:nvSpPr>
          <p:cNvPr id="38" name="s8_txt_153"/>
          <p:cNvSpPr txBox="1"/>
          <p:nvPr/>
        </p:nvSpPr>
        <p:spPr>
          <a:xfrm>
            <a:off x="8494776" y="3447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лет</a:t>
            </a:r>
            <a:endParaRPr lang="en-US" sz="3600" dirty="0"/>
          </a:p>
        </p:txBody>
      </p:sp>
      <p:sp>
        <p:nvSpPr>
          <p:cNvPr id="39" name="s8_txt_154"/>
          <p:cNvSpPr txBox="1"/>
          <p:nvPr/>
        </p:nvSpPr>
        <p:spPr>
          <a:xfrm>
            <a:off x="8494776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Производственный календарь РФ: праздники, переносы выходных, сокращённые дни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9_txt_155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зависит от температуры</a:t>
            </a:r>
            <a:endParaRPr lang="en-US" sz="3200" dirty="0"/>
          </a:p>
        </p:txBody>
      </p:sp>
      <p:sp>
        <p:nvSpPr>
          <p:cNvPr id="6" name="s9_txt_156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Среднесуточные значения, 2021–2026, 2 098 суток</a:t>
            </a:r>
            <a:endParaRPr lang="en-US" sz="1500" dirty="0"/>
          </a:p>
        </p:txBody>
      </p:sp>
      <p:sp>
        <p:nvSpPr>
          <p:cNvPr id="7" name="s9_shp_157"/>
          <p:cNvSpPr/>
          <p:nvPr/>
        </p:nvSpPr>
        <p:spPr>
          <a:xfrm>
            <a:off x="548640" y="1600200"/>
            <a:ext cx="740664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9_shp_158"/>
          <p:cNvSpPr/>
          <p:nvPr/>
        </p:nvSpPr>
        <p:spPr>
          <a:xfrm>
            <a:off x="548640" y="1600200"/>
            <a:ext cx="740664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graphicFrame>
        <p:nvGraphicFramePr>
          <p:cNvPr id="9" name="s9_chart_159" descr=""/>
          <p:cNvGraphicFramePr/>
          <p:nvPr/>
        </p:nvGraphicFramePr>
        <p:xfrm>
          <a:off x="731520" y="1737360"/>
          <a:ext cx="70408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9_shp_160"/>
          <p:cNvSpPr/>
          <p:nvPr/>
        </p:nvSpPr>
        <p:spPr>
          <a:xfrm>
            <a:off x="8321040" y="160020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1" name="s9_shp_161"/>
          <p:cNvSpPr/>
          <p:nvPr/>
        </p:nvSpPr>
        <p:spPr>
          <a:xfrm>
            <a:off x="8321040" y="160020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2" name="s9_txt_162"/>
          <p:cNvSpPr txBox="1"/>
          <p:nvPr/>
        </p:nvSpPr>
        <p:spPr>
          <a:xfrm>
            <a:off x="8577072" y="1783080"/>
            <a:ext cx="288036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−0,94</a:t>
            </a:r>
            <a:endParaRPr lang="en-US" sz="4000" dirty="0"/>
          </a:p>
        </p:txBody>
      </p:sp>
      <p:sp>
        <p:nvSpPr>
          <p:cNvPr id="13" name="s9_txt_163"/>
          <p:cNvSpPr txBox="1"/>
          <p:nvPr/>
        </p:nvSpPr>
        <p:spPr>
          <a:xfrm>
            <a:off x="8577072" y="2468565"/>
            <a:ext cx="2880360" cy="110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среднесуточного потребления и температуры</a:t>
            </a:r>
            <a:endParaRPr lang="en-US" sz="1300" dirty="0"/>
          </a:p>
        </p:txBody>
      </p:sp>
      <p:sp>
        <p:nvSpPr>
          <p:cNvPr id="14" name="s9_shp_164"/>
          <p:cNvSpPr/>
          <p:nvPr/>
        </p:nvSpPr>
        <p:spPr>
          <a:xfrm>
            <a:off x="8321040" y="4023360"/>
            <a:ext cx="3337560" cy="2194560"/>
          </a:xfrm>
          <a:prstGeom prst="roundRect">
            <a:avLst>
              <a:gd name="adj" fmla="val 91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5" name="s9_shp_165"/>
          <p:cNvSpPr/>
          <p:nvPr/>
        </p:nvSpPr>
        <p:spPr>
          <a:xfrm>
            <a:off x="8321040" y="4023360"/>
            <a:ext cx="3337560" cy="2194560"/>
          </a:xfrm>
          <a:prstGeom prst="roundRect">
            <a:avLst>
              <a:gd name="adj" fmla="val 91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6" name="s9_txt_166"/>
          <p:cNvSpPr txBox="1"/>
          <p:nvPr/>
        </p:nvSpPr>
        <p:spPr>
          <a:xfrm>
            <a:off x="8577072" y="4206240"/>
            <a:ext cx="288036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+45 %</a:t>
            </a:r>
            <a:endParaRPr lang="en-US" sz="4000" dirty="0"/>
          </a:p>
        </p:txBody>
      </p:sp>
      <p:sp>
        <p:nvSpPr>
          <p:cNvPr id="17" name="s9_txt_167"/>
          <p:cNvSpPr txBox="1"/>
          <p:nvPr/>
        </p:nvSpPr>
        <p:spPr>
          <a:xfrm>
            <a:off x="8577072" y="4891725"/>
            <a:ext cx="2880360" cy="119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в морозы ниже −10 °C (13,7 ГВт) против дней теплее +15 °C (9,5 ГВт)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Graphic spid="9" grpId="0">
        <p:bldAsOne/>
      </p:bldGraphic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10_txt_168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подхода к прогнозу</a:t>
            </a:r>
            <a:endParaRPr lang="en-US" sz="3200" dirty="0"/>
          </a:p>
        </p:txBody>
      </p:sp>
      <p:sp>
        <p:nvSpPr>
          <p:cNvPr id="6" name="s10_shp_169"/>
          <p:cNvSpPr/>
          <p:nvPr/>
        </p:nvSpPr>
        <p:spPr>
          <a:xfrm>
            <a:off x="548640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7" name="s10_shp_170"/>
          <p:cNvSpPr/>
          <p:nvPr/>
        </p:nvSpPr>
        <p:spPr>
          <a:xfrm>
            <a:off x="548640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8" name="s10_shp_17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9" name="s10_shp_172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0" name="s10_shp_173"/>
          <p:cNvSpPr/>
          <p:nvPr/>
        </p:nvSpPr>
        <p:spPr>
          <a:xfrm>
            <a:off x="1048817" y="2100377"/>
            <a:ext cx="416966" cy="416966"/>
          </a:xfrm>
          <a:prstGeom prst="circularArrow">
            <a:avLst/>
          </a:prstGeom>
          <a:solidFill>
            <a:srgbClr val="2563C9"/>
          </a:solidFill>
          <a:ln/>
        </p:spPr>
      </p:sp>
      <p:sp>
        <p:nvSpPr>
          <p:cNvPr id="11" name="s10_txt_174"/>
          <p:cNvSpPr txBox="1"/>
          <p:nvPr/>
        </p:nvSpPr>
        <p:spPr>
          <a:xfrm>
            <a:off x="8686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модели</a:t>
            </a:r>
            <a:endParaRPr lang="en-US" sz="2800" dirty="0"/>
          </a:p>
        </p:txBody>
      </p:sp>
      <p:sp>
        <p:nvSpPr>
          <p:cNvPr id="12" name="s10_txt_175"/>
          <p:cNvSpPr txBox="1"/>
          <p:nvPr/>
        </p:nvSpPr>
        <p:spPr>
          <a:xfrm>
            <a:off x="8686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ОТСЧЁТА</a:t>
            </a:r>
            <a:endParaRPr lang="en-US" sz="1200" dirty="0"/>
          </a:p>
        </p:txBody>
      </p:sp>
      <p:sp>
        <p:nvSpPr>
          <p:cNvPr id="13" name="s10_txt_176"/>
          <p:cNvSpPr txBox="1"/>
          <p:nvPr/>
        </p:nvSpPr>
        <p:spPr>
          <a:xfrm>
            <a:off x="868680" y="38404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неделю назад» и линейная регрессия на погоде и календаре. Показывают, сколько даёт машинное обучение.</a:t>
            </a:r>
            <a:endParaRPr lang="en-US" sz="1400" dirty="0"/>
          </a:p>
        </p:txBody>
      </p:sp>
      <p:sp>
        <p:nvSpPr>
          <p:cNvPr id="14" name="s10_shp_177"/>
          <p:cNvSpPr/>
          <p:nvPr/>
        </p:nvSpPr>
        <p:spPr>
          <a:xfrm>
            <a:off x="4361688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5" name="s10_shp_178"/>
          <p:cNvSpPr/>
          <p:nvPr/>
        </p:nvSpPr>
        <p:spPr>
          <a:xfrm>
            <a:off x="4361688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6" name="s10_shp_179"/>
          <p:cNvSpPr/>
          <p:nvPr/>
        </p:nvSpPr>
        <p:spPr>
          <a:xfrm>
            <a:off x="4636008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7" name="s10_shp_180"/>
          <p:cNvSpPr/>
          <p:nvPr/>
        </p:nvSpPr>
        <p:spPr>
          <a:xfrm>
            <a:off x="4636008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8" name="s10_shp_181"/>
          <p:cNvSpPr/>
          <p:nvPr/>
        </p:nvSpPr>
        <p:spPr>
          <a:xfrm>
            <a:off x="4861865" y="2150413"/>
            <a:ext cx="416966" cy="316894"/>
          </a:xfrm>
          <a:prstGeom prst="flowChartDecision">
            <a:avLst/>
          </a:prstGeom>
          <a:solidFill>
            <a:srgbClr val="2563C9"/>
          </a:solidFill>
          <a:ln/>
        </p:spPr>
      </p:sp>
      <p:sp>
        <p:nvSpPr>
          <p:cNvPr id="19" name="s10_txt_182"/>
          <p:cNvSpPr txBox="1"/>
          <p:nvPr/>
        </p:nvSpPr>
        <p:spPr>
          <a:xfrm>
            <a:off x="4681728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800" dirty="0"/>
          </a:p>
        </p:txBody>
      </p:sp>
      <p:sp>
        <p:nvSpPr>
          <p:cNvPr id="20" name="s10_txt_183"/>
          <p:cNvSpPr txBox="1"/>
          <p:nvPr/>
        </p:nvSpPr>
        <p:spPr>
          <a:xfrm>
            <a:off x="4681728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</a:t>
            </a:r>
            <a:endParaRPr lang="en-US" sz="1200" dirty="0"/>
          </a:p>
        </p:txBody>
      </p:sp>
      <p:sp>
        <p:nvSpPr>
          <p:cNvPr id="21" name="s10_txt_184"/>
          <p:cNvSpPr txBox="1"/>
          <p:nvPr/>
        </p:nvSpPr>
        <p:spPr>
          <a:xfrm>
            <a:off x="4681728" y="38404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признаков: лаги потребления, прогноз погоды, тепловая инерция зданий, календарь. Переобучается каждый месяц.</a:t>
            </a:r>
            <a:endParaRPr lang="en-US" sz="1400" dirty="0"/>
          </a:p>
        </p:txBody>
      </p:sp>
      <p:sp>
        <p:nvSpPr>
          <p:cNvPr id="22" name="s10_shp_185"/>
          <p:cNvSpPr/>
          <p:nvPr/>
        </p:nvSpPr>
        <p:spPr>
          <a:xfrm>
            <a:off x="8174736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3" name="s10_shp_186"/>
          <p:cNvSpPr/>
          <p:nvPr/>
        </p:nvSpPr>
        <p:spPr>
          <a:xfrm>
            <a:off x="8174736" y="16002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4" name="s10_shp_187"/>
          <p:cNvSpPr/>
          <p:nvPr/>
        </p:nvSpPr>
        <p:spPr>
          <a:xfrm>
            <a:off x="8540496" y="2020824"/>
            <a:ext cx="685800" cy="576072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25" name="s10_txt_188"/>
          <p:cNvSpPr txBox="1"/>
          <p:nvPr/>
        </p:nvSpPr>
        <p:spPr>
          <a:xfrm>
            <a:off x="8494776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</a:t>
            </a:r>
            <a:endParaRPr lang="en-US" sz="2800" dirty="0"/>
          </a:p>
        </p:txBody>
      </p:sp>
      <p:sp>
        <p:nvSpPr>
          <p:cNvPr id="26" name="s10_txt_189"/>
          <p:cNvSpPr txBox="1"/>
          <p:nvPr/>
        </p:nvSpPr>
        <p:spPr>
          <a:xfrm>
            <a:off x="8494776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ПРЕДОБУЧЕННАЯ МОДЕЛЬ AMAZON</a:t>
            </a:r>
            <a:endParaRPr lang="en-US" sz="1200" dirty="0"/>
          </a:p>
        </p:txBody>
      </p:sp>
      <p:sp>
        <p:nvSpPr>
          <p:cNvPr id="27" name="s10_txt_190"/>
          <p:cNvSpPr txBox="1"/>
          <p:nvPr/>
        </p:nvSpPr>
        <p:spPr>
          <a:xfrm>
            <a:off x="8494776" y="38404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млн параметров, обучена на тысячах рядов. Погода и календарь — ковариаты. Дообучена на наших данных.</a:t>
            </a:r>
            <a:endParaRPr lang="en-US" sz="1400" dirty="0"/>
          </a:p>
        </p:txBody>
      </p:sp>
      <p:sp>
        <p:nvSpPr>
          <p:cNvPr id="28" name="s10_shp_191"/>
          <p:cNvSpPr/>
          <p:nvPr/>
        </p:nvSpPr>
        <p:spPr>
          <a:xfrm>
            <a:off x="548640" y="5806440"/>
            <a:ext cx="6949440" cy="5029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9" name="s10_txt_192"/>
          <p:cNvSpPr txBox="1"/>
          <p:nvPr/>
        </p:nvSpPr>
        <p:spPr>
          <a:xfrm>
            <a:off x="822960" y="5806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— среднее прогнозов LightGBM и Chronos-2 без дообучения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11_txt_193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проверка</a:t>
            </a:r>
            <a:endParaRPr lang="en-US" sz="3200" dirty="0"/>
          </a:p>
        </p:txBody>
      </p:sp>
      <p:sp>
        <p:nvSpPr>
          <p:cNvPr id="6" name="s11_txt_194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тесте видит только то, что было бы известно диспетчеру</a:t>
            </a:r>
            <a:endParaRPr lang="en-US" sz="1500" dirty="0"/>
          </a:p>
        </p:txBody>
      </p:sp>
      <p:sp>
        <p:nvSpPr>
          <p:cNvPr id="7" name="s11_shp_195"/>
          <p:cNvSpPr/>
          <p:nvPr/>
        </p:nvSpPr>
        <p:spPr>
          <a:xfrm>
            <a:off x="548640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11_shp_196"/>
          <p:cNvSpPr/>
          <p:nvPr/>
        </p:nvSpPr>
        <p:spPr>
          <a:xfrm>
            <a:off x="548640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9" name="s11_shp_197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0" name="s11_txt_198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11_txt_199"/>
          <p:cNvSpPr txBox="1"/>
          <p:nvPr/>
        </p:nvSpPr>
        <p:spPr>
          <a:xfrm>
            <a:off x="822960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2000" dirty="0"/>
          </a:p>
        </p:txBody>
      </p:sp>
      <p:sp>
        <p:nvSpPr>
          <p:cNvPr id="12" name="s11_txt_200"/>
          <p:cNvSpPr txBox="1"/>
          <p:nvPr/>
        </p:nvSpPr>
        <p:spPr>
          <a:xfrm>
            <a:off x="822960" y="32735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сентябрь 2025, фактическая погода (ERA5)</a:t>
            </a:r>
            <a:endParaRPr lang="en-US" sz="1300" dirty="0"/>
          </a:p>
        </p:txBody>
      </p:sp>
      <p:sp>
        <p:nvSpPr>
          <p:cNvPr id="13" name="s11_shp_201"/>
          <p:cNvSpPr/>
          <p:nvPr/>
        </p:nvSpPr>
        <p:spPr>
          <a:xfrm>
            <a:off x="3401568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4" name="s11_shp_202"/>
          <p:cNvSpPr/>
          <p:nvPr/>
        </p:nvSpPr>
        <p:spPr>
          <a:xfrm>
            <a:off x="3401568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5" name="s11_shp_203"/>
          <p:cNvSpPr/>
          <p:nvPr/>
        </p:nvSpPr>
        <p:spPr>
          <a:xfrm>
            <a:off x="3675888" y="2011680"/>
            <a:ext cx="640080" cy="64008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6" name="s11_txt_204"/>
          <p:cNvSpPr txBox="1"/>
          <p:nvPr/>
        </p:nvSpPr>
        <p:spPr>
          <a:xfrm>
            <a:off x="367588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11_txt_205"/>
          <p:cNvSpPr txBox="1"/>
          <p:nvPr/>
        </p:nvSpPr>
        <p:spPr>
          <a:xfrm>
            <a:off x="3675888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прогноза</a:t>
            </a:r>
            <a:endParaRPr lang="en-US" sz="2000" dirty="0"/>
          </a:p>
        </p:txBody>
      </p:sp>
      <p:sp>
        <p:nvSpPr>
          <p:cNvPr id="18" name="s11_txt_206"/>
          <p:cNvSpPr txBox="1"/>
          <p:nvPr/>
        </p:nvSpPr>
        <p:spPr>
          <a:xfrm>
            <a:off x="3675888" y="32735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D−1 в 09:00 по прогнозу погоды, выпущенному накануне</a:t>
            </a:r>
            <a:endParaRPr lang="en-US" sz="1300" dirty="0"/>
          </a:p>
        </p:txBody>
      </p:sp>
      <p:sp>
        <p:nvSpPr>
          <p:cNvPr id="19" name="s11_shp_207"/>
          <p:cNvSpPr/>
          <p:nvPr/>
        </p:nvSpPr>
        <p:spPr>
          <a:xfrm>
            <a:off x="6254496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0" name="s11_shp_208"/>
          <p:cNvSpPr/>
          <p:nvPr/>
        </p:nvSpPr>
        <p:spPr>
          <a:xfrm>
            <a:off x="6254496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2563C9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1" name="s11_shp_209"/>
          <p:cNvSpPr/>
          <p:nvPr/>
        </p:nvSpPr>
        <p:spPr>
          <a:xfrm>
            <a:off x="6528816" y="2011680"/>
            <a:ext cx="640080" cy="640080"/>
          </a:xfrm>
          <a:prstGeom prst="ellipse">
            <a:avLst/>
          </a:prstGeom>
          <a:solidFill>
            <a:srgbClr val="3A75D4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2" name="s11_txt_210"/>
          <p:cNvSpPr txBox="1"/>
          <p:nvPr/>
        </p:nvSpPr>
        <p:spPr>
          <a:xfrm>
            <a:off x="652881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11_txt_211"/>
          <p:cNvSpPr txBox="1"/>
          <p:nvPr/>
        </p:nvSpPr>
        <p:spPr>
          <a:xfrm>
            <a:off x="6528816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2000" dirty="0"/>
          </a:p>
        </p:txBody>
      </p:sp>
      <p:sp>
        <p:nvSpPr>
          <p:cNvPr id="24" name="s11_txt_212"/>
          <p:cNvSpPr txBox="1"/>
          <p:nvPr/>
        </p:nvSpPr>
        <p:spPr>
          <a:xfrm>
            <a:off x="6528816" y="32735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суток, 8 736 часов: 01.10.2025 – 29.09.2026</a:t>
            </a:r>
            <a:endParaRPr lang="en-US" sz="1300" dirty="0"/>
          </a:p>
        </p:txBody>
      </p:sp>
      <p:sp>
        <p:nvSpPr>
          <p:cNvPr id="25" name="s11_shp_213"/>
          <p:cNvSpPr/>
          <p:nvPr/>
        </p:nvSpPr>
        <p:spPr>
          <a:xfrm>
            <a:off x="9107424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6" name="s11_shp_214"/>
          <p:cNvSpPr/>
          <p:nvPr/>
        </p:nvSpPr>
        <p:spPr>
          <a:xfrm>
            <a:off x="9107424" y="173736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7" name="s11_shp_215"/>
          <p:cNvSpPr/>
          <p:nvPr/>
        </p:nvSpPr>
        <p:spPr>
          <a:xfrm>
            <a:off x="9381744" y="2011680"/>
            <a:ext cx="640080" cy="64008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8" name="s11_txt_216"/>
          <p:cNvSpPr txBox="1"/>
          <p:nvPr/>
        </p:nvSpPr>
        <p:spPr>
          <a:xfrm>
            <a:off x="938174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s11_txt_217"/>
          <p:cNvSpPr txBox="1"/>
          <p:nvPr/>
        </p:nvSpPr>
        <p:spPr>
          <a:xfrm>
            <a:off x="9381744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</a:t>
            </a:r>
            <a:endParaRPr lang="en-US" sz="2000" dirty="0"/>
          </a:p>
        </p:txBody>
      </p:sp>
      <p:sp>
        <p:nvSpPr>
          <p:cNvPr id="30" name="s11_txt_218"/>
          <p:cNvSpPr txBox="1"/>
          <p:nvPr/>
        </p:nvSpPr>
        <p:spPr>
          <a:xfrm>
            <a:off x="9381744" y="32735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каждый месяц на всех прошлых данных; Chronos-2 — один раз</a:t>
            </a:r>
            <a:endParaRPr lang="en-US" sz="1300" dirty="0"/>
          </a:p>
        </p:txBody>
      </p:sp>
      <p:sp>
        <p:nvSpPr>
          <p:cNvPr id="31" name="s11_shp_219"/>
          <p:cNvSpPr/>
          <p:nvPr/>
        </p:nvSpPr>
        <p:spPr>
          <a:xfrm>
            <a:off x="548640" y="4892040"/>
            <a:ext cx="11109960" cy="868680"/>
          </a:xfrm>
          <a:prstGeom prst="roundRect">
            <a:avLst>
              <a:gd name="adj" fmla="val 31579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32" name="s11_txt_220"/>
          <p:cNvSpPr txBox="1"/>
          <p:nvPr/>
        </p:nvSpPr>
        <p:spPr>
          <a:xfrm>
            <a:off x="868680" y="4892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подставить в тест фактическую погоду, точность окажется завышенной: на завтра известен только прогноз. Поэтому в тесте используется архив прогнозов погоды.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1005840" y="1828800"/>
            <a:ext cx="3200400" cy="320040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23520" dist="101600" dir="2700000">
              <a:srgbClr val="A3B1C6">
                <a:alpha val="60000"/>
              </a:srgbClr>
            </a:outerShdw>
          </a:effectLst>
        </p:spPr>
      </p:sp>
      <p:sp>
        <p:nvSpPr>
          <p:cNvPr id="4" name="!!well"/>
          <p:cNvSpPr/>
          <p:nvPr/>
        </p:nvSpPr>
        <p:spPr>
          <a:xfrm>
            <a:off x="1463040" y="2286000"/>
            <a:ext cx="2286000" cy="228600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5" name="!!num"/>
          <p:cNvSpPr txBox="1"/>
          <p:nvPr/>
        </p:nvSpPr>
        <p:spPr>
          <a:xfrm>
            <a:off x="146304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s12_txt_221"/>
          <p:cNvSpPr txBox="1"/>
          <p:nvPr/>
        </p:nvSpPr>
        <p:spPr>
          <a:xfrm>
            <a:off x="493776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4400" dirty="0"/>
          </a:p>
        </p:txBody>
      </p:sp>
      <p:sp>
        <p:nvSpPr>
          <p:cNvPr id="7" name="s12_txt_222"/>
          <p:cNvSpPr txBox="1"/>
          <p:nvPr/>
        </p:nvSpPr>
        <p:spPr>
          <a:xfrm>
            <a:off x="493776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за год, поведение в морозы и вклад погоды</a:t>
            </a:r>
            <a:endParaRPr lang="en-US" sz="1800" dirty="0"/>
          </a:p>
        </p:txBody>
      </p:sp>
      <p:sp>
        <p:nvSpPr>
          <p:cNvPr id="8" name="s12_shp_223"/>
          <p:cNvSpPr/>
          <p:nvPr/>
        </p:nvSpPr>
        <p:spPr>
          <a:xfrm>
            <a:off x="4937760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9" name="s12_shp_224"/>
          <p:cNvSpPr/>
          <p:nvPr/>
        </p:nvSpPr>
        <p:spPr>
          <a:xfrm>
            <a:off x="5504688" y="4343400"/>
            <a:ext cx="329184" cy="329184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0" name="s12_shp_225"/>
          <p:cNvSpPr/>
          <p:nvPr/>
        </p:nvSpPr>
        <p:spPr>
          <a:xfrm>
            <a:off x="6071616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13500000">
              <a:srgbClr val="FFFFFF">
                <a:alpha val="95000"/>
              </a:srgbClr>
            </a:outerShdw>
          </a:effectLst>
        </p:spPr>
      </p:sp>
      <p:sp>
        <p:nvSpPr>
          <p:cNvPr id="11" name="s12_shp_226"/>
          <p:cNvSpPr/>
          <p:nvPr/>
        </p:nvSpPr>
        <p:spPr>
          <a:xfrm>
            <a:off x="6071616" y="4343400"/>
            <a:ext cx="329184" cy="329184"/>
          </a:xfrm>
          <a:prstGeom prst="ellipse">
            <a:avLst/>
          </a:prstGeom>
          <a:solidFill>
            <a:srgbClr val="2563C9"/>
          </a:solidFill>
          <a:ln/>
          <a:effectLst>
            <a:outerShdw sx="100000" sy="100000" kx="0" ky="0" algn="bl" rotWithShape="0" blurRad="69850" dist="31750" dir="2700000">
              <a:srgbClr val="A3B1C6">
                <a:alpha val="60000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13_txt_227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прогноза за год</a:t>
            </a:r>
            <a:endParaRPr lang="en-US" sz="3200" dirty="0"/>
          </a:p>
        </p:txBody>
      </p:sp>
      <p:sp>
        <p:nvSpPr>
          <p:cNvPr id="6" name="s13_txt_228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MAPE, %: средняя абсолютная ошибка, 8 736 часов теста</a:t>
            </a:r>
            <a:endParaRPr lang="en-US" sz="1500" dirty="0"/>
          </a:p>
        </p:txBody>
      </p:sp>
      <p:sp>
        <p:nvSpPr>
          <p:cNvPr id="7" name="s13_shp_229"/>
          <p:cNvSpPr/>
          <p:nvPr/>
        </p:nvSpPr>
        <p:spPr>
          <a:xfrm>
            <a:off x="548640" y="1600200"/>
            <a:ext cx="786384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13_shp_230"/>
          <p:cNvSpPr/>
          <p:nvPr/>
        </p:nvSpPr>
        <p:spPr>
          <a:xfrm>
            <a:off x="548640" y="1600200"/>
            <a:ext cx="786384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9" name="s13_txt_231"/>
          <p:cNvSpPr txBox="1"/>
          <p:nvPr/>
        </p:nvSpPr>
        <p:spPr>
          <a:xfrm>
            <a:off x="868680" y="19659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Chronos-2, дообучение LoRA</a:t>
            </a:r>
            <a:endParaRPr lang="en-US" sz="1400" dirty="0"/>
          </a:p>
        </p:txBody>
      </p:sp>
      <p:sp>
        <p:nvSpPr>
          <p:cNvPr id="10" name="s13_shp_232"/>
          <p:cNvSpPr/>
          <p:nvPr/>
        </p:nvSpPr>
        <p:spPr>
          <a:xfrm>
            <a:off x="3337560" y="1965960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1" name="s13_shp_233"/>
          <p:cNvSpPr/>
          <p:nvPr/>
        </p:nvSpPr>
        <p:spPr>
          <a:xfrm>
            <a:off x="3337560" y="1965960"/>
            <a:ext cx="1164946" cy="402336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/>
        </p:spPr>
      </p:sp>
      <p:sp>
        <p:nvSpPr>
          <p:cNvPr id="12" name="s13_txt_234"/>
          <p:cNvSpPr txBox="1"/>
          <p:nvPr/>
        </p:nvSpPr>
        <p:spPr>
          <a:xfrm>
            <a:off x="7635240" y="196596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0,84 %</a:t>
            </a:r>
            <a:endParaRPr lang="en-US" sz="1500" dirty="0"/>
          </a:p>
        </p:txBody>
      </p:sp>
      <p:sp>
        <p:nvSpPr>
          <p:cNvPr id="13" name="s13_txt_235"/>
          <p:cNvSpPr txBox="1"/>
          <p:nvPr/>
        </p:nvSpPr>
        <p:spPr>
          <a:xfrm>
            <a:off x="868680" y="27889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endParaRPr lang="en-US" sz="1400" dirty="0"/>
          </a:p>
        </p:txBody>
      </p:sp>
      <p:sp>
        <p:nvSpPr>
          <p:cNvPr id="14" name="s13_shp_236"/>
          <p:cNvSpPr/>
          <p:nvPr/>
        </p:nvSpPr>
        <p:spPr>
          <a:xfrm>
            <a:off x="3337560" y="2788920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5" name="s13_shp_237"/>
          <p:cNvSpPr/>
          <p:nvPr/>
        </p:nvSpPr>
        <p:spPr>
          <a:xfrm>
            <a:off x="3337560" y="2788920"/>
            <a:ext cx="1192682" cy="402336"/>
          </a:xfrm>
          <a:prstGeom prst="roundRect">
            <a:avLst>
              <a:gd name="adj" fmla="val 50000"/>
            </a:avLst>
          </a:prstGeom>
          <a:solidFill>
            <a:srgbClr val="12A3B5"/>
          </a:solidFill>
          <a:ln/>
        </p:spPr>
      </p:sp>
      <p:sp>
        <p:nvSpPr>
          <p:cNvPr id="16" name="s13_txt_238"/>
          <p:cNvSpPr txBox="1"/>
          <p:nvPr/>
        </p:nvSpPr>
        <p:spPr>
          <a:xfrm>
            <a:off x="7635240" y="27889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0,86 %</a:t>
            </a:r>
            <a:endParaRPr lang="en-US" sz="1500" dirty="0"/>
          </a:p>
        </p:txBody>
      </p:sp>
      <p:sp>
        <p:nvSpPr>
          <p:cNvPr id="17" name="s13_txt_239"/>
          <p:cNvSpPr txBox="1"/>
          <p:nvPr/>
        </p:nvSpPr>
        <p:spPr>
          <a:xfrm>
            <a:off x="868680" y="36118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прогноз погоды</a:t>
            </a:r>
            <a:endParaRPr lang="en-US" sz="1400" dirty="0"/>
          </a:p>
        </p:txBody>
      </p:sp>
      <p:sp>
        <p:nvSpPr>
          <p:cNvPr id="18" name="s13_shp_240"/>
          <p:cNvSpPr/>
          <p:nvPr/>
        </p:nvSpPr>
        <p:spPr>
          <a:xfrm>
            <a:off x="3337560" y="3611880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19" name="s13_shp_241"/>
          <p:cNvSpPr/>
          <p:nvPr/>
        </p:nvSpPr>
        <p:spPr>
          <a:xfrm>
            <a:off x="3337560" y="3611880"/>
            <a:ext cx="1345235" cy="402336"/>
          </a:xfrm>
          <a:prstGeom prst="roundRect">
            <a:avLst>
              <a:gd name="adj" fmla="val 50000"/>
            </a:avLst>
          </a:prstGeom>
          <a:solidFill>
            <a:srgbClr val="8FB0DE"/>
          </a:solidFill>
          <a:ln/>
        </p:spPr>
      </p:sp>
      <p:sp>
        <p:nvSpPr>
          <p:cNvPr id="20" name="s13_txt_242"/>
          <p:cNvSpPr txBox="1"/>
          <p:nvPr/>
        </p:nvSpPr>
        <p:spPr>
          <a:xfrm>
            <a:off x="7635240" y="361188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0,97 %</a:t>
            </a:r>
            <a:endParaRPr lang="en-US" sz="1500" dirty="0"/>
          </a:p>
        </p:txBody>
      </p:sp>
      <p:sp>
        <p:nvSpPr>
          <p:cNvPr id="21" name="s13_txt_243"/>
          <p:cNvSpPr txBox="1"/>
          <p:nvPr/>
        </p:nvSpPr>
        <p:spPr>
          <a:xfrm>
            <a:off x="868680" y="4434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без погоды</a:t>
            </a:r>
            <a:endParaRPr lang="en-US" sz="1400" dirty="0"/>
          </a:p>
        </p:txBody>
      </p:sp>
      <p:sp>
        <p:nvSpPr>
          <p:cNvPr id="22" name="s13_shp_244"/>
          <p:cNvSpPr/>
          <p:nvPr/>
        </p:nvSpPr>
        <p:spPr>
          <a:xfrm>
            <a:off x="3337560" y="4434840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3" name="s13_shp_245"/>
          <p:cNvSpPr/>
          <p:nvPr/>
        </p:nvSpPr>
        <p:spPr>
          <a:xfrm>
            <a:off x="3337560" y="4434840"/>
            <a:ext cx="1927708" cy="402336"/>
          </a:xfrm>
          <a:prstGeom prst="roundRect">
            <a:avLst>
              <a:gd name="adj" fmla="val 50000"/>
            </a:avLst>
          </a:prstGeom>
          <a:solidFill>
            <a:srgbClr val="B4BFCD"/>
          </a:solidFill>
          <a:ln/>
        </p:spPr>
      </p:sp>
      <p:sp>
        <p:nvSpPr>
          <p:cNvPr id="24" name="s13_txt_246"/>
          <p:cNvSpPr txBox="1"/>
          <p:nvPr/>
        </p:nvSpPr>
        <p:spPr>
          <a:xfrm>
            <a:off x="7635240" y="44348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1,39 %</a:t>
            </a:r>
            <a:endParaRPr lang="en-US" sz="1500" dirty="0"/>
          </a:p>
        </p:txBody>
      </p:sp>
      <p:sp>
        <p:nvSpPr>
          <p:cNvPr id="25" name="s13_txt_247"/>
          <p:cNvSpPr txBox="1"/>
          <p:nvPr/>
        </p:nvSpPr>
        <p:spPr>
          <a:xfrm>
            <a:off x="868680" y="5257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Наивный: как неделю назад</a:t>
            </a:r>
            <a:endParaRPr lang="en-US" sz="1400" dirty="0"/>
          </a:p>
        </p:txBody>
      </p:sp>
      <p:sp>
        <p:nvSpPr>
          <p:cNvPr id="26" name="s13_shp_248"/>
          <p:cNvSpPr/>
          <p:nvPr/>
        </p:nvSpPr>
        <p:spPr>
          <a:xfrm>
            <a:off x="3337560" y="5257800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27" name="s13_shp_249"/>
          <p:cNvSpPr/>
          <p:nvPr/>
        </p:nvSpPr>
        <p:spPr>
          <a:xfrm>
            <a:off x="3337560" y="5257800"/>
            <a:ext cx="3897020" cy="402336"/>
          </a:xfrm>
          <a:prstGeom prst="roundRect">
            <a:avLst>
              <a:gd name="adj" fmla="val 50000"/>
            </a:avLst>
          </a:prstGeom>
          <a:solidFill>
            <a:srgbClr val="B4BFCD"/>
          </a:solidFill>
          <a:ln/>
        </p:spPr>
      </p:sp>
      <p:sp>
        <p:nvSpPr>
          <p:cNvPr id="28" name="s13_txt_250"/>
          <p:cNvSpPr txBox="1"/>
          <p:nvPr/>
        </p:nvSpPr>
        <p:spPr>
          <a:xfrm>
            <a:off x="7635240" y="52578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2,81 %</a:t>
            </a:r>
            <a:endParaRPr lang="en-US" sz="1500" dirty="0"/>
          </a:p>
        </p:txBody>
      </p:sp>
      <p:sp>
        <p:nvSpPr>
          <p:cNvPr id="29" name="s13_shp_251"/>
          <p:cNvSpPr/>
          <p:nvPr/>
        </p:nvSpPr>
        <p:spPr>
          <a:xfrm>
            <a:off x="8732520" y="1600200"/>
            <a:ext cx="292608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30" name="s13_shp_252"/>
          <p:cNvSpPr/>
          <p:nvPr/>
        </p:nvSpPr>
        <p:spPr>
          <a:xfrm>
            <a:off x="8732520" y="1600200"/>
            <a:ext cx="2926080" cy="1783080"/>
          </a:xfrm>
          <a:prstGeom prst="roundRect">
            <a:avLst>
              <a:gd name="adj" fmla="val 1128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31" name="s13_txt_253"/>
          <p:cNvSpPr txBox="1"/>
          <p:nvPr/>
        </p:nvSpPr>
        <p:spPr>
          <a:xfrm>
            <a:off x="8988552" y="1783080"/>
            <a:ext cx="246888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0,84 %</a:t>
            </a:r>
            <a:endParaRPr lang="en-US" sz="4000" dirty="0"/>
          </a:p>
        </p:txBody>
      </p:sp>
      <p:sp>
        <p:nvSpPr>
          <p:cNvPr id="32" name="s13_txt_254"/>
          <p:cNvSpPr txBox="1"/>
          <p:nvPr/>
        </p:nvSpPr>
        <p:spPr>
          <a:xfrm>
            <a:off x="8988552" y="2468565"/>
            <a:ext cx="2468880" cy="78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лучшей модели — Chronos-2 после дообучения LoRA</a:t>
            </a:r>
            <a:endParaRPr lang="en-US" sz="1300" dirty="0"/>
          </a:p>
        </p:txBody>
      </p:sp>
      <p:sp>
        <p:nvSpPr>
          <p:cNvPr id="33" name="s13_shp_255"/>
          <p:cNvSpPr/>
          <p:nvPr/>
        </p:nvSpPr>
        <p:spPr>
          <a:xfrm>
            <a:off x="8732520" y="361188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34" name="s13_shp_256"/>
          <p:cNvSpPr/>
          <p:nvPr/>
        </p:nvSpPr>
        <p:spPr>
          <a:xfrm>
            <a:off x="8732520" y="361188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35" name="s13_txt_257"/>
          <p:cNvSpPr txBox="1"/>
          <p:nvPr/>
        </p:nvSpPr>
        <p:spPr>
          <a:xfrm>
            <a:off x="8988552" y="3794760"/>
            <a:ext cx="246888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3,3 раза</a:t>
            </a:r>
            <a:endParaRPr lang="en-US" sz="2800" dirty="0"/>
          </a:p>
        </p:txBody>
      </p:sp>
      <p:sp>
        <p:nvSpPr>
          <p:cNvPr id="36" name="s13_txt_258"/>
          <p:cNvSpPr txBox="1"/>
          <p:nvPr/>
        </p:nvSpPr>
        <p:spPr>
          <a:xfrm>
            <a:off x="8988552" y="4291058"/>
            <a:ext cx="2468880" cy="3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наивного прогноза</a:t>
            </a:r>
            <a:endParaRPr lang="en-US" sz="1300" dirty="0"/>
          </a:p>
        </p:txBody>
      </p:sp>
      <p:sp>
        <p:nvSpPr>
          <p:cNvPr id="37" name="s13_shp_259"/>
          <p:cNvSpPr/>
          <p:nvPr/>
        </p:nvSpPr>
        <p:spPr>
          <a:xfrm>
            <a:off x="8732520" y="502920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38" name="s13_shp_260"/>
          <p:cNvSpPr/>
          <p:nvPr/>
        </p:nvSpPr>
        <p:spPr>
          <a:xfrm>
            <a:off x="8732520" y="502920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39" name="s13_txt_261"/>
          <p:cNvSpPr txBox="1"/>
          <p:nvPr/>
        </p:nvSpPr>
        <p:spPr>
          <a:xfrm>
            <a:off x="8988552" y="5212080"/>
            <a:ext cx="246888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МВт</a:t>
            </a:r>
            <a:endParaRPr lang="en-US" sz="2800" dirty="0"/>
          </a:p>
        </p:txBody>
      </p:sp>
      <p:sp>
        <p:nvSpPr>
          <p:cNvPr id="40" name="s13_txt_262"/>
          <p:cNvSpPr txBox="1"/>
          <p:nvPr/>
        </p:nvSpPr>
        <p:spPr>
          <a:xfrm>
            <a:off x="8988552" y="5708378"/>
            <a:ext cx="2468880" cy="3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 час суточного пика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45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8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14_txt_263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холодная неделя</a:t>
            </a:r>
            <a:endParaRPr lang="en-US" sz="3200" dirty="0"/>
          </a:p>
        </p:txBody>
      </p:sp>
      <p:sp>
        <p:nvSpPr>
          <p:cNvPr id="6" name="s14_txt_264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26.01.2026 – 01.02.2026, почасово, МВт</a:t>
            </a:r>
            <a:endParaRPr lang="en-US" sz="1500" dirty="0"/>
          </a:p>
        </p:txBody>
      </p:sp>
      <p:sp>
        <p:nvSpPr>
          <p:cNvPr id="7" name="s14_shp_265"/>
          <p:cNvSpPr/>
          <p:nvPr/>
        </p:nvSpPr>
        <p:spPr>
          <a:xfrm>
            <a:off x="548640" y="1600200"/>
            <a:ext cx="800100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14_shp_266"/>
          <p:cNvSpPr/>
          <p:nvPr/>
        </p:nvSpPr>
        <p:spPr>
          <a:xfrm>
            <a:off x="548640" y="1600200"/>
            <a:ext cx="800100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graphicFrame>
        <p:nvGraphicFramePr>
          <p:cNvPr id="9" name="s14_chart_267" descr=""/>
          <p:cNvGraphicFramePr/>
          <p:nvPr/>
        </p:nvGraphicFramePr>
        <p:xfrm>
          <a:off x="731520" y="1737360"/>
          <a:ext cx="7635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14_txt_268"/>
          <p:cNvSpPr txBox="1"/>
          <p:nvPr/>
        </p:nvSpPr>
        <p:spPr>
          <a:xfrm>
            <a:off x="1420880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 26.01</a:t>
            </a:r>
            <a:endParaRPr lang="en-US" sz="1100" dirty="0"/>
          </a:p>
        </p:txBody>
      </p:sp>
      <p:sp>
        <p:nvSpPr>
          <p:cNvPr id="11" name="s14_txt_269"/>
          <p:cNvSpPr txBox="1"/>
          <p:nvPr/>
        </p:nvSpPr>
        <p:spPr>
          <a:xfrm>
            <a:off x="2369831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 27.01</a:t>
            </a:r>
            <a:endParaRPr lang="en-US" sz="1100" dirty="0"/>
          </a:p>
        </p:txBody>
      </p:sp>
      <p:sp>
        <p:nvSpPr>
          <p:cNvPr id="12" name="s14_txt_270"/>
          <p:cNvSpPr txBox="1"/>
          <p:nvPr/>
        </p:nvSpPr>
        <p:spPr>
          <a:xfrm>
            <a:off x="3318782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 28.01</a:t>
            </a:r>
            <a:endParaRPr lang="en-US" sz="1100" dirty="0"/>
          </a:p>
        </p:txBody>
      </p:sp>
      <p:sp>
        <p:nvSpPr>
          <p:cNvPr id="13" name="s14_txt_271"/>
          <p:cNvSpPr txBox="1"/>
          <p:nvPr/>
        </p:nvSpPr>
        <p:spPr>
          <a:xfrm>
            <a:off x="4267733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 29.01</a:t>
            </a:r>
            <a:endParaRPr lang="en-US" sz="1100" dirty="0"/>
          </a:p>
        </p:txBody>
      </p:sp>
      <p:sp>
        <p:nvSpPr>
          <p:cNvPr id="14" name="s14_txt_272"/>
          <p:cNvSpPr txBox="1"/>
          <p:nvPr/>
        </p:nvSpPr>
        <p:spPr>
          <a:xfrm>
            <a:off x="5216685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 30.01</a:t>
            </a:r>
            <a:endParaRPr lang="en-US" sz="1100" dirty="0"/>
          </a:p>
        </p:txBody>
      </p:sp>
      <p:sp>
        <p:nvSpPr>
          <p:cNvPr id="15" name="s14_txt_273"/>
          <p:cNvSpPr txBox="1"/>
          <p:nvPr/>
        </p:nvSpPr>
        <p:spPr>
          <a:xfrm>
            <a:off x="6165636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 31.01</a:t>
            </a:r>
            <a:endParaRPr lang="en-US" sz="1100" dirty="0"/>
          </a:p>
        </p:txBody>
      </p:sp>
      <p:sp>
        <p:nvSpPr>
          <p:cNvPr id="16" name="s14_txt_274"/>
          <p:cNvSpPr txBox="1"/>
          <p:nvPr/>
        </p:nvSpPr>
        <p:spPr>
          <a:xfrm>
            <a:off x="7114587" y="520522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 01.02</a:t>
            </a:r>
            <a:endParaRPr lang="en-US" sz="1100" dirty="0"/>
          </a:p>
        </p:txBody>
      </p:sp>
      <p:sp>
        <p:nvSpPr>
          <p:cNvPr id="17" name="s14_shp_275"/>
          <p:cNvSpPr/>
          <p:nvPr/>
        </p:nvSpPr>
        <p:spPr>
          <a:xfrm>
            <a:off x="8869680" y="1600200"/>
            <a:ext cx="278892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8" name="s14_shp_276"/>
          <p:cNvSpPr/>
          <p:nvPr/>
        </p:nvSpPr>
        <p:spPr>
          <a:xfrm>
            <a:off x="8869680" y="1600200"/>
            <a:ext cx="278892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9" name="s14_txt_277"/>
          <p:cNvSpPr txBox="1"/>
          <p:nvPr/>
        </p:nvSpPr>
        <p:spPr>
          <a:xfrm>
            <a:off x="9125712" y="1783080"/>
            <a:ext cx="23317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−14,9 °C</a:t>
            </a:r>
            <a:endParaRPr lang="en-US" sz="3000" dirty="0"/>
          </a:p>
        </p:txBody>
      </p:sp>
      <p:sp>
        <p:nvSpPr>
          <p:cNvPr id="20" name="s14_txt_278"/>
          <p:cNvSpPr txBox="1"/>
          <p:nvPr/>
        </p:nvSpPr>
        <p:spPr>
          <a:xfrm>
            <a:off x="9125712" y="2310910"/>
            <a:ext cx="2331720" cy="53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температура недели</a:t>
            </a:r>
            <a:endParaRPr lang="en-US" sz="1300" dirty="0"/>
          </a:p>
        </p:txBody>
      </p:sp>
      <p:sp>
        <p:nvSpPr>
          <p:cNvPr id="21" name="s14_shp_279"/>
          <p:cNvSpPr/>
          <p:nvPr/>
        </p:nvSpPr>
        <p:spPr>
          <a:xfrm>
            <a:off x="8869680" y="3200400"/>
            <a:ext cx="278892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2" name="s14_shp_280"/>
          <p:cNvSpPr/>
          <p:nvPr/>
        </p:nvSpPr>
        <p:spPr>
          <a:xfrm>
            <a:off x="8869680" y="3200400"/>
            <a:ext cx="278892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3" name="s14_txt_281"/>
          <p:cNvSpPr txBox="1"/>
          <p:nvPr/>
        </p:nvSpPr>
        <p:spPr>
          <a:xfrm>
            <a:off x="9125712" y="3383280"/>
            <a:ext cx="23317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0,53 %</a:t>
            </a:r>
            <a:endParaRPr lang="en-US" sz="3000" dirty="0"/>
          </a:p>
        </p:txBody>
      </p:sp>
      <p:sp>
        <p:nvSpPr>
          <p:cNvPr id="24" name="s14_txt_282"/>
          <p:cNvSpPr txBox="1"/>
          <p:nvPr/>
        </p:nvSpPr>
        <p:spPr>
          <a:xfrm>
            <a:off x="9125712" y="3911110"/>
            <a:ext cx="2331720" cy="53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дообученной Chronos-2</a:t>
            </a:r>
            <a:endParaRPr lang="en-US" sz="1300" dirty="0"/>
          </a:p>
        </p:txBody>
      </p:sp>
      <p:sp>
        <p:nvSpPr>
          <p:cNvPr id="25" name="s14_shp_283"/>
          <p:cNvSpPr/>
          <p:nvPr/>
        </p:nvSpPr>
        <p:spPr>
          <a:xfrm>
            <a:off x="8869680" y="4800600"/>
            <a:ext cx="2788920" cy="1417320"/>
          </a:xfrm>
          <a:prstGeom prst="roundRect">
            <a:avLst>
              <a:gd name="adj" fmla="val 14194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6" name="s14_shp_284"/>
          <p:cNvSpPr/>
          <p:nvPr/>
        </p:nvSpPr>
        <p:spPr>
          <a:xfrm>
            <a:off x="8869680" y="4800600"/>
            <a:ext cx="2788920" cy="1417320"/>
          </a:xfrm>
          <a:prstGeom prst="roundRect">
            <a:avLst>
              <a:gd name="adj" fmla="val 14194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7" name="s14_txt_285"/>
          <p:cNvSpPr txBox="1"/>
          <p:nvPr/>
        </p:nvSpPr>
        <p:spPr>
          <a:xfrm>
            <a:off x="9125712" y="4983480"/>
            <a:ext cx="23317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1,08 %</a:t>
            </a:r>
            <a:endParaRPr lang="en-US" sz="3000" dirty="0"/>
          </a:p>
        </p:txBody>
      </p:sp>
      <p:sp>
        <p:nvSpPr>
          <p:cNvPr id="28" name="s14_txt_286"/>
          <p:cNvSpPr txBox="1"/>
          <p:nvPr/>
        </p:nvSpPr>
        <p:spPr>
          <a:xfrm>
            <a:off x="9125712" y="5511310"/>
            <a:ext cx="2331720" cy="5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LightGBM: в мороз занижает пики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Graphic spid="9" grpId="0">
        <p:bldAsOne/>
      </p:bldGraphic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15_txt_287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сезонам</a:t>
            </a:r>
            <a:endParaRPr lang="en-US" sz="3200" dirty="0"/>
          </a:p>
        </p:txBody>
      </p:sp>
      <p:sp>
        <p:nvSpPr>
          <p:cNvPr id="6" name="s15_txt_288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MAPE, %, лучшие модели</a:t>
            </a:r>
            <a:endParaRPr lang="en-US" sz="1500" dirty="0"/>
          </a:p>
        </p:txBody>
      </p:sp>
      <p:sp>
        <p:nvSpPr>
          <p:cNvPr id="7" name="s15_shp_289"/>
          <p:cNvSpPr/>
          <p:nvPr/>
        </p:nvSpPr>
        <p:spPr>
          <a:xfrm>
            <a:off x="548640" y="1600200"/>
            <a:ext cx="800100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15_shp_290"/>
          <p:cNvSpPr/>
          <p:nvPr/>
        </p:nvSpPr>
        <p:spPr>
          <a:xfrm>
            <a:off x="548640" y="1600200"/>
            <a:ext cx="800100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graphicFrame>
        <p:nvGraphicFramePr>
          <p:cNvPr id="9" name="s15_chart_291" descr=""/>
          <p:cNvGraphicFramePr/>
          <p:nvPr/>
        </p:nvGraphicFramePr>
        <p:xfrm>
          <a:off x="731520" y="1737360"/>
          <a:ext cx="7635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15_shp_292"/>
          <p:cNvSpPr/>
          <p:nvPr/>
        </p:nvSpPr>
        <p:spPr>
          <a:xfrm>
            <a:off x="8869680" y="1600200"/>
            <a:ext cx="2788920" cy="2011680"/>
          </a:xfrm>
          <a:prstGeom prst="roundRect">
            <a:avLst>
              <a:gd name="adj" fmla="val 10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1" name="s15_shp_293"/>
          <p:cNvSpPr/>
          <p:nvPr/>
        </p:nvSpPr>
        <p:spPr>
          <a:xfrm>
            <a:off x="8869680" y="1600200"/>
            <a:ext cx="2788920" cy="2011680"/>
          </a:xfrm>
          <a:prstGeom prst="roundRect">
            <a:avLst>
              <a:gd name="adj" fmla="val 10000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2" name="s15_txt_294"/>
          <p:cNvSpPr txBox="1"/>
          <p:nvPr/>
        </p:nvSpPr>
        <p:spPr>
          <a:xfrm>
            <a:off x="9125712" y="1783080"/>
            <a:ext cx="2331720" cy="5675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0,84 %</a:t>
            </a:r>
            <a:endParaRPr lang="en-US" sz="3600" dirty="0"/>
          </a:p>
        </p:txBody>
      </p:sp>
      <p:sp>
        <p:nvSpPr>
          <p:cNvPr id="13" name="s15_txt_295"/>
          <p:cNvSpPr txBox="1"/>
          <p:nvPr/>
        </p:nvSpPr>
        <p:spPr>
          <a:xfrm>
            <a:off x="9125712" y="2405503"/>
            <a:ext cx="2331720" cy="1078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зимой лидирует Chronos-2: лучше всех держит пики в мороз</a:t>
            </a:r>
            <a:endParaRPr lang="en-US" sz="1300" dirty="0"/>
          </a:p>
        </p:txBody>
      </p:sp>
      <p:sp>
        <p:nvSpPr>
          <p:cNvPr id="14" name="s15_shp_296"/>
          <p:cNvSpPr/>
          <p:nvPr/>
        </p:nvSpPr>
        <p:spPr>
          <a:xfrm>
            <a:off x="8869680" y="3840480"/>
            <a:ext cx="2788920" cy="2377440"/>
          </a:xfrm>
          <a:prstGeom prst="roundRect">
            <a:avLst>
              <a:gd name="adj" fmla="val 846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5" name="s15_shp_297"/>
          <p:cNvSpPr/>
          <p:nvPr/>
        </p:nvSpPr>
        <p:spPr>
          <a:xfrm>
            <a:off x="8869680" y="3840480"/>
            <a:ext cx="2788920" cy="2377440"/>
          </a:xfrm>
          <a:prstGeom prst="roundRect">
            <a:avLst>
              <a:gd name="adj" fmla="val 8462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6" name="s15_txt_298"/>
          <p:cNvSpPr txBox="1"/>
          <p:nvPr/>
        </p:nvSpPr>
        <p:spPr>
          <a:xfrm>
            <a:off x="9125712" y="4023360"/>
            <a:ext cx="2331720" cy="5675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0,78 %</a:t>
            </a:r>
            <a:endParaRPr lang="en-US" sz="3600" dirty="0"/>
          </a:p>
        </p:txBody>
      </p:sp>
      <p:sp>
        <p:nvSpPr>
          <p:cNvPr id="17" name="s15_txt_299"/>
          <p:cNvSpPr txBox="1"/>
          <p:nvPr/>
        </p:nvSpPr>
        <p:spPr>
          <a:xfrm>
            <a:off x="9125712" y="4645783"/>
            <a:ext cx="2331720" cy="1444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летом лучший — ансамбль. Выбор модели по сезону снижает ошибку ещё немного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Graphic spid="9" grpId="0">
        <p:bldAsOne/>
      </p:bldGraphic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16_txt_300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прогноз погоды</a:t>
            </a:r>
            <a:endParaRPr lang="en-US" sz="3200" dirty="0"/>
          </a:p>
        </p:txBody>
      </p:sp>
      <p:sp>
        <p:nvSpPr>
          <p:cNvPr id="6" name="s16_shp_301"/>
          <p:cNvSpPr/>
          <p:nvPr/>
        </p:nvSpPr>
        <p:spPr>
          <a:xfrm>
            <a:off x="548640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7" name="s16_shp_302"/>
          <p:cNvSpPr/>
          <p:nvPr/>
        </p:nvSpPr>
        <p:spPr>
          <a:xfrm>
            <a:off x="548640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8" name="s16_shp_303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9" name="s16_shp_304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0" name="s16_shp_305"/>
          <p:cNvSpPr/>
          <p:nvPr/>
        </p:nvSpPr>
        <p:spPr>
          <a:xfrm>
            <a:off x="1182246" y="2083698"/>
            <a:ext cx="250180" cy="250180"/>
          </a:xfrm>
          <a:prstGeom prst="sun">
            <a:avLst/>
          </a:prstGeom>
          <a:solidFill>
            <a:srgbClr val="F2B84B"/>
          </a:solidFill>
          <a:ln/>
        </p:spPr>
      </p:sp>
      <p:sp>
        <p:nvSpPr>
          <p:cNvPr id="11" name="s16_shp_306"/>
          <p:cNvSpPr/>
          <p:nvPr/>
        </p:nvSpPr>
        <p:spPr>
          <a:xfrm>
            <a:off x="1032138" y="2242145"/>
            <a:ext cx="396118" cy="250180"/>
          </a:xfrm>
          <a:prstGeom prst="cloud">
            <a:avLst/>
          </a:prstGeom>
          <a:solidFill>
            <a:srgbClr val="2563C9"/>
          </a:solidFill>
          <a:ln/>
        </p:spPr>
      </p:sp>
      <p:sp>
        <p:nvSpPr>
          <p:cNvPr id="12" name="s16_txt_307"/>
          <p:cNvSpPr txBox="1"/>
          <p:nvPr/>
        </p:nvSpPr>
        <p:spPr>
          <a:xfrm>
            <a:off x="86868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5600" dirty="0"/>
          </a:p>
        </p:txBody>
      </p:sp>
      <p:sp>
        <p:nvSpPr>
          <p:cNvPr id="13" name="s16_txt_308"/>
          <p:cNvSpPr txBox="1"/>
          <p:nvPr/>
        </p:nvSpPr>
        <p:spPr>
          <a:xfrm>
            <a:off x="86868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LightGBM</a:t>
            </a:r>
            <a:endParaRPr lang="en-US" sz="1600" dirty="0"/>
          </a:p>
        </p:txBody>
      </p:sp>
      <p:sp>
        <p:nvSpPr>
          <p:cNvPr id="14" name="s16_txt_309"/>
          <p:cNvSpPr txBox="1"/>
          <p:nvPr/>
        </p:nvSpPr>
        <p:spPr>
          <a:xfrm>
            <a:off x="86868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1,39 % без погоды → 0,97 % с прогнозом погоды</a:t>
            </a:r>
            <a:endParaRPr lang="en-US" sz="1350" dirty="0"/>
          </a:p>
        </p:txBody>
      </p:sp>
      <p:sp>
        <p:nvSpPr>
          <p:cNvPr id="15" name="s16_shp_310"/>
          <p:cNvSpPr/>
          <p:nvPr/>
        </p:nvSpPr>
        <p:spPr>
          <a:xfrm>
            <a:off x="4361688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6" name="s16_shp_311"/>
          <p:cNvSpPr/>
          <p:nvPr/>
        </p:nvSpPr>
        <p:spPr>
          <a:xfrm>
            <a:off x="4361688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7" name="s16_shp_312"/>
          <p:cNvSpPr/>
          <p:nvPr/>
        </p:nvSpPr>
        <p:spPr>
          <a:xfrm>
            <a:off x="4636008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18" name="s16_shp_313"/>
          <p:cNvSpPr/>
          <p:nvPr/>
        </p:nvSpPr>
        <p:spPr>
          <a:xfrm>
            <a:off x="4636008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19" name="s16_shp_314"/>
          <p:cNvSpPr/>
          <p:nvPr/>
        </p:nvSpPr>
        <p:spPr>
          <a:xfrm>
            <a:off x="4861865" y="2133734"/>
            <a:ext cx="416966" cy="350252"/>
          </a:xfrm>
          <a:prstGeom prst="hexagon">
            <a:avLst/>
          </a:prstGeom>
          <a:solidFill>
            <a:srgbClr val="2563C9"/>
          </a:solidFill>
          <a:ln/>
        </p:spPr>
      </p:sp>
      <p:sp>
        <p:nvSpPr>
          <p:cNvPr id="20" name="s16_txt_315"/>
          <p:cNvSpPr txBox="1"/>
          <p:nvPr/>
        </p:nvSpPr>
        <p:spPr>
          <a:xfrm>
            <a:off x="4681728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−24 %</a:t>
            </a:r>
            <a:endParaRPr lang="en-US" sz="5600" dirty="0"/>
          </a:p>
        </p:txBody>
      </p:sp>
      <p:sp>
        <p:nvSpPr>
          <p:cNvPr id="21" name="s16_txt_316"/>
          <p:cNvSpPr txBox="1"/>
          <p:nvPr/>
        </p:nvSpPr>
        <p:spPr>
          <a:xfrm>
            <a:off x="4681728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Chronos-2 без дообучения</a:t>
            </a:r>
            <a:endParaRPr lang="en-US" sz="1600" dirty="0"/>
          </a:p>
        </p:txBody>
      </p:sp>
      <p:sp>
        <p:nvSpPr>
          <p:cNvPr id="22" name="s16_txt_317"/>
          <p:cNvSpPr txBox="1"/>
          <p:nvPr/>
        </p:nvSpPr>
        <p:spPr>
          <a:xfrm>
            <a:off x="4681728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1,27 % → 0,97 %</a:t>
            </a:r>
            <a:endParaRPr lang="en-US" sz="1350" dirty="0"/>
          </a:p>
        </p:txBody>
      </p:sp>
      <p:sp>
        <p:nvSpPr>
          <p:cNvPr id="23" name="s16_shp_318"/>
          <p:cNvSpPr/>
          <p:nvPr/>
        </p:nvSpPr>
        <p:spPr>
          <a:xfrm>
            <a:off x="8174736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4" name="s16_shp_319"/>
          <p:cNvSpPr/>
          <p:nvPr/>
        </p:nvSpPr>
        <p:spPr>
          <a:xfrm>
            <a:off x="8174736" y="160020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5" name="s16_shp_320"/>
          <p:cNvSpPr/>
          <p:nvPr/>
        </p:nvSpPr>
        <p:spPr>
          <a:xfrm>
            <a:off x="8449056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13500000">
              <a:srgbClr val="FFFFFF">
                <a:alpha val="95000"/>
              </a:srgbClr>
            </a:outerShdw>
          </a:effectLst>
        </p:spPr>
      </p:sp>
      <p:sp>
        <p:nvSpPr>
          <p:cNvPr id="26" name="s16_shp_321"/>
          <p:cNvSpPr/>
          <p:nvPr/>
        </p:nvSpPr>
        <p:spPr>
          <a:xfrm>
            <a:off x="8449056" y="1874520"/>
            <a:ext cx="868680" cy="86868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97790" dist="44450" dir="2700000">
              <a:srgbClr val="A3B1C6">
                <a:alpha val="60000"/>
              </a:srgbClr>
            </a:outerShdw>
          </a:effectLst>
        </p:spPr>
      </p:sp>
      <p:sp>
        <p:nvSpPr>
          <p:cNvPr id="27" name="s16_shp_322"/>
          <p:cNvSpPr/>
          <p:nvPr/>
        </p:nvSpPr>
        <p:spPr>
          <a:xfrm>
            <a:off x="8674913" y="2100377"/>
            <a:ext cx="416966" cy="416966"/>
          </a:xfrm>
          <a:prstGeom prst="lightningBolt">
            <a:avLst/>
          </a:prstGeom>
          <a:solidFill>
            <a:srgbClr val="2563C9"/>
          </a:solidFill>
          <a:ln/>
        </p:spPr>
      </p:sp>
      <p:sp>
        <p:nvSpPr>
          <p:cNvPr id="28" name="s16_txt_323"/>
          <p:cNvSpPr txBox="1"/>
          <p:nvPr/>
        </p:nvSpPr>
        <p:spPr>
          <a:xfrm>
            <a:off x="8494776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 п. п.</a:t>
            </a:r>
            <a:endParaRPr lang="en-US" sz="5600" dirty="0"/>
          </a:p>
        </p:txBody>
      </p:sp>
      <p:sp>
        <p:nvSpPr>
          <p:cNvPr id="29" name="s16_txt_324"/>
          <p:cNvSpPr txBox="1"/>
          <p:nvPr/>
        </p:nvSpPr>
        <p:spPr>
          <a:xfrm>
            <a:off x="8494776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теряем из-за неточности прогноза погоды</a:t>
            </a:r>
            <a:endParaRPr lang="en-US" sz="1600" dirty="0"/>
          </a:p>
        </p:txBody>
      </p:sp>
      <p:sp>
        <p:nvSpPr>
          <p:cNvPr id="30" name="s16_txt_325"/>
          <p:cNvSpPr txBox="1"/>
          <p:nvPr/>
        </p:nvSpPr>
        <p:spPr>
          <a:xfrm>
            <a:off x="8494776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фактической погодой было бы 0,95 % вместо 0,97 %</a:t>
            </a:r>
            <a:endParaRPr lang="en-US" sz="1350" dirty="0"/>
          </a:p>
        </p:txBody>
      </p:sp>
      <p:sp>
        <p:nvSpPr>
          <p:cNvPr id="31" name="s16_shp_326"/>
          <p:cNvSpPr/>
          <p:nvPr/>
        </p:nvSpPr>
        <p:spPr>
          <a:xfrm>
            <a:off x="548640" y="5806440"/>
            <a:ext cx="8778240" cy="50292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32" name="s16_txt_327"/>
          <p:cNvSpPr txBox="1"/>
          <p:nvPr/>
        </p:nvSpPr>
        <p:spPr>
          <a:xfrm>
            <a:off x="822960" y="5806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прогноза температуры на сутки — около 1 °C, на точность потребления она почти не влияет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5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502920" y="384048"/>
            <a:ext cx="713232" cy="713232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83820" dist="38100" dir="2700000">
              <a:srgbClr val="A3B1C6">
                <a:alpha val="60000"/>
              </a:srgbClr>
            </a:outerShdw>
          </a:effectLst>
        </p:spPr>
      </p:sp>
      <p:sp>
        <p:nvSpPr>
          <p:cNvPr id="4" name="!!num"/>
          <p:cNvSpPr txBox="1"/>
          <p:nvPr/>
        </p:nvSpPr>
        <p:spPr>
          <a:xfrm>
            <a:off x="502920" y="3840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17_txt_328"/>
          <p:cNvSpPr txBox="1"/>
          <p:nvPr/>
        </p:nvSpPr>
        <p:spPr>
          <a:xfrm>
            <a:off x="146304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завтра одной кнопкой</a:t>
            </a:r>
            <a:endParaRPr lang="en-US" sz="3200" dirty="0"/>
          </a:p>
        </p:txBody>
      </p:sp>
      <p:sp>
        <p:nvSpPr>
          <p:cNvPr id="6" name="s17_txt_329"/>
          <p:cNvSpPr txBox="1"/>
          <p:nvPr/>
        </p:nvSpPr>
        <p:spPr>
          <a:xfrm>
            <a:off x="1463040" y="106070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Настольное приложение на Java Swing и веб-интерфейс с той же моделью</a:t>
            </a:r>
            <a:endParaRPr lang="en-US" sz="1500" dirty="0"/>
          </a:p>
        </p:txBody>
      </p:sp>
      <p:sp>
        <p:nvSpPr>
          <p:cNvPr id="7" name="s17_shp_330"/>
          <p:cNvSpPr/>
          <p:nvPr/>
        </p:nvSpPr>
        <p:spPr>
          <a:xfrm>
            <a:off x="548640" y="1600200"/>
            <a:ext cx="758952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8" name="s17_shp_331"/>
          <p:cNvSpPr/>
          <p:nvPr/>
        </p:nvSpPr>
        <p:spPr>
          <a:xfrm>
            <a:off x="548640" y="1600200"/>
            <a:ext cx="7589520" cy="4617720"/>
          </a:xfrm>
          <a:prstGeom prst="roundRect">
            <a:avLst>
              <a:gd name="adj" fmla="val 4356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pic>
        <p:nvPicPr>
          <p:cNvPr id="9" name="s17_img_332" descr="/Users/mukhammadzahidnematzhanov/claude code/so-ups-gen-consump/deck/img/ap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7132320" cy="4716534"/>
          </a:xfrm>
          <a:prstGeom prst="rect">
            <a:avLst/>
          </a:prstGeom>
        </p:spPr>
      </p:pic>
      <p:sp>
        <p:nvSpPr>
          <p:cNvPr id="10" name="s17_shp_333"/>
          <p:cNvSpPr/>
          <p:nvPr/>
        </p:nvSpPr>
        <p:spPr>
          <a:xfrm>
            <a:off x="8458200" y="1600200"/>
            <a:ext cx="320040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1" name="s17_shp_334"/>
          <p:cNvSpPr/>
          <p:nvPr/>
        </p:nvSpPr>
        <p:spPr>
          <a:xfrm>
            <a:off x="8458200" y="1600200"/>
            <a:ext cx="320040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2" name="s17_txt_335"/>
          <p:cNvSpPr txBox="1"/>
          <p:nvPr/>
        </p:nvSpPr>
        <p:spPr>
          <a:xfrm>
            <a:off x="8714232" y="1783080"/>
            <a:ext cx="274320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с</a:t>
            </a:r>
            <a:endParaRPr lang="en-US" sz="3000" dirty="0"/>
          </a:p>
        </p:txBody>
      </p:sp>
      <p:sp>
        <p:nvSpPr>
          <p:cNvPr id="13" name="s17_txt_336"/>
          <p:cNvSpPr txBox="1"/>
          <p:nvPr/>
        </p:nvSpPr>
        <p:spPr>
          <a:xfrm>
            <a:off x="8714232" y="2310910"/>
            <a:ext cx="2743200" cy="53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прогноза на сутки на ноутбуке</a:t>
            </a:r>
            <a:endParaRPr lang="en-US" sz="1300" dirty="0"/>
          </a:p>
        </p:txBody>
      </p:sp>
      <p:sp>
        <p:nvSpPr>
          <p:cNvPr id="14" name="s17_shp_337"/>
          <p:cNvSpPr/>
          <p:nvPr/>
        </p:nvSpPr>
        <p:spPr>
          <a:xfrm>
            <a:off x="8458200" y="3200400"/>
            <a:ext cx="320040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5" name="s17_shp_338"/>
          <p:cNvSpPr/>
          <p:nvPr/>
        </p:nvSpPr>
        <p:spPr>
          <a:xfrm>
            <a:off x="8458200" y="3200400"/>
            <a:ext cx="3200400" cy="1371600"/>
          </a:xfrm>
          <a:prstGeom prst="roundRect">
            <a:avLst>
              <a:gd name="adj" fmla="val 14667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6" name="s17_txt_339"/>
          <p:cNvSpPr txBox="1"/>
          <p:nvPr/>
        </p:nvSpPr>
        <p:spPr>
          <a:xfrm>
            <a:off x="8714232" y="3383280"/>
            <a:ext cx="274320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часа</a:t>
            </a:r>
            <a:endParaRPr lang="en-US" sz="3000" dirty="0"/>
          </a:p>
        </p:txBody>
      </p:sp>
      <p:sp>
        <p:nvSpPr>
          <p:cNvPr id="17" name="s17_txt_340"/>
          <p:cNvSpPr txBox="1"/>
          <p:nvPr/>
        </p:nvSpPr>
        <p:spPr>
          <a:xfrm>
            <a:off x="8714232" y="3911110"/>
            <a:ext cx="2743200" cy="53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почасовой прогноз с коридором 10–90 %</a:t>
            </a:r>
            <a:endParaRPr lang="en-US" sz="1300" dirty="0"/>
          </a:p>
        </p:txBody>
      </p:sp>
      <p:sp>
        <p:nvSpPr>
          <p:cNvPr id="18" name="s17_shp_341"/>
          <p:cNvSpPr/>
          <p:nvPr/>
        </p:nvSpPr>
        <p:spPr>
          <a:xfrm>
            <a:off x="8458200" y="4800600"/>
            <a:ext cx="3200400" cy="1417320"/>
          </a:xfrm>
          <a:prstGeom prst="roundRect">
            <a:avLst>
              <a:gd name="adj" fmla="val 14194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9" name="s17_shp_342"/>
          <p:cNvSpPr/>
          <p:nvPr/>
        </p:nvSpPr>
        <p:spPr>
          <a:xfrm>
            <a:off x="8458200" y="4800600"/>
            <a:ext cx="3200400" cy="1417320"/>
          </a:xfrm>
          <a:prstGeom prst="roundRect">
            <a:avLst>
              <a:gd name="adj" fmla="val 14194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0" name="s17_txt_343"/>
          <p:cNvSpPr txBox="1"/>
          <p:nvPr/>
        </p:nvSpPr>
        <p:spPr>
          <a:xfrm>
            <a:off x="8714232" y="4983480"/>
            <a:ext cx="274320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3000" dirty="0"/>
          </a:p>
        </p:txBody>
      </p:sp>
      <p:sp>
        <p:nvSpPr>
          <p:cNvPr id="21" name="s17_txt_344"/>
          <p:cNvSpPr txBox="1"/>
          <p:nvPr/>
        </p:nvSpPr>
        <p:spPr>
          <a:xfrm>
            <a:off x="8714232" y="5511310"/>
            <a:ext cx="2743200" cy="5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докачивает данные СО ЕЭС и прогноз погоды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L"/>
          <p:cNvSpPr/>
          <p:nvPr/>
        </p:nvSpPr>
        <p:spPr>
          <a:xfrm>
            <a:off x="8001000" y="1417320"/>
            <a:ext cx="3566160" cy="356616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79400" dist="127000" dir="13500000">
              <a:srgbClr val="FFFFFF">
                <a:alpha val="95000"/>
              </a:srgbClr>
            </a:outerShdw>
          </a:effectLst>
        </p:spPr>
      </p:sp>
      <p:sp>
        <p:nvSpPr>
          <p:cNvPr id="3" name="!!orbD"/>
          <p:cNvSpPr/>
          <p:nvPr/>
        </p:nvSpPr>
        <p:spPr>
          <a:xfrm>
            <a:off x="8001000" y="1417320"/>
            <a:ext cx="3566160" cy="3566160"/>
          </a:xfrm>
          <a:prstGeom prst="ellipse">
            <a:avLst/>
          </a:prstGeom>
          <a:solidFill>
            <a:srgbClr val="E6EBF1"/>
          </a:solidFill>
          <a:ln/>
          <a:effectLst>
            <a:outerShdw sx="100000" sy="100000" kx="0" ky="0" algn="bl" rotWithShape="0" blurRad="279400" dist="127000" dir="2700000">
              <a:srgbClr val="A3B1C6">
                <a:alpha val="60000"/>
              </a:srgbClr>
            </a:outerShdw>
          </a:effectLst>
        </p:spPr>
      </p:sp>
      <p:sp>
        <p:nvSpPr>
          <p:cNvPr id="4" name="!!well"/>
          <p:cNvSpPr/>
          <p:nvPr/>
        </p:nvSpPr>
        <p:spPr>
          <a:xfrm>
            <a:off x="8503920" y="1920240"/>
            <a:ext cx="2560320" cy="2560320"/>
          </a:xfrm>
          <a:prstGeom prst="ellipse">
            <a:avLst/>
          </a:prstGeom>
          <a:solidFill>
            <a:srgbClr val="E6EBF1"/>
          </a:solidFill>
          <a:ln/>
          <a:effectLst>
            <a:innerShdw blurRad="88900" dist="38100" dir="2700000">
              <a:srgbClr val="A3B1C6">
                <a:alpha val="75000"/>
              </a:srgbClr>
            </a:innerShdw>
          </a:effectLst>
        </p:spPr>
      </p:sp>
      <p:sp>
        <p:nvSpPr>
          <p:cNvPr id="5" name="!!num"/>
          <p:cNvSpPr txBox="1"/>
          <p:nvPr/>
        </p:nvSpPr>
        <p:spPr>
          <a:xfrm>
            <a:off x="8503920" y="20574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0,84 %</a:t>
            </a:r>
            <a:endParaRPr lang="en-US" sz="5400" dirty="0"/>
          </a:p>
        </p:txBody>
      </p:sp>
      <p:sp>
        <p:nvSpPr>
          <p:cNvPr id="6" name="s18_txt_345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4000" dirty="0"/>
          </a:p>
        </p:txBody>
      </p:sp>
      <p:sp>
        <p:nvSpPr>
          <p:cNvPr id="7" name="s18_txt_346"/>
          <p:cNvSpPr txBox="1"/>
          <p:nvPr/>
        </p:nvSpPr>
        <p:spPr>
          <a:xfrm>
            <a:off x="85039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лучшей модели</a:t>
            </a:r>
            <a:endParaRPr lang="en-US" sz="1500" dirty="0"/>
          </a:p>
        </p:txBody>
      </p:sp>
      <p:sp>
        <p:nvSpPr>
          <p:cNvPr id="8" name="s18_shp_347"/>
          <p:cNvSpPr/>
          <p:nvPr/>
        </p:nvSpPr>
        <p:spPr>
          <a:xfrm>
            <a:off x="548640" y="146304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9" name="s18_shp_348"/>
          <p:cNvSpPr/>
          <p:nvPr/>
        </p:nvSpPr>
        <p:spPr>
          <a:xfrm>
            <a:off x="548640" y="146304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0" name="s18_txt_349"/>
          <p:cNvSpPr txBox="1"/>
          <p:nvPr/>
        </p:nvSpPr>
        <p:spPr>
          <a:xfrm>
            <a:off x="82296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прогноз</a:t>
            </a:r>
            <a:endParaRPr lang="en-US" sz="1900" dirty="0"/>
          </a:p>
        </p:txBody>
      </p:sp>
      <p:sp>
        <p:nvSpPr>
          <p:cNvPr id="11" name="s18_txt_350"/>
          <p:cNvSpPr txBox="1"/>
          <p:nvPr/>
        </p:nvSpPr>
        <p:spPr>
          <a:xfrm>
            <a:off x="822960" y="217627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Дообученная Chronos-2 точнее наивного прогноза в 3,3 раза и лучше всех держит морозные пики</a:t>
            </a:r>
            <a:endParaRPr lang="en-US" sz="1400" dirty="0"/>
          </a:p>
        </p:txBody>
      </p:sp>
      <p:sp>
        <p:nvSpPr>
          <p:cNvPr id="12" name="s18_shp_351"/>
          <p:cNvSpPr/>
          <p:nvPr/>
        </p:nvSpPr>
        <p:spPr>
          <a:xfrm>
            <a:off x="4160520" y="146304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3" name="s18_shp_352"/>
          <p:cNvSpPr/>
          <p:nvPr/>
        </p:nvSpPr>
        <p:spPr>
          <a:xfrm>
            <a:off x="4160520" y="146304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4" name="s18_txt_353"/>
          <p:cNvSpPr txBox="1"/>
          <p:nvPr/>
        </p:nvSpPr>
        <p:spPr>
          <a:xfrm>
            <a:off x="44348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 важна</a:t>
            </a:r>
            <a:endParaRPr lang="en-US" sz="1900" dirty="0"/>
          </a:p>
        </p:txBody>
      </p:sp>
      <p:sp>
        <p:nvSpPr>
          <p:cNvPr id="15" name="s18_txt_354"/>
          <p:cNvSpPr txBox="1"/>
          <p:nvPr/>
        </p:nvSpPr>
        <p:spPr>
          <a:xfrm>
            <a:off x="4434840" y="217627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по 9 городам снижает ошибку на 30 %, его точности на сутки достаточно</a:t>
            </a:r>
            <a:endParaRPr lang="en-US" sz="1400" dirty="0"/>
          </a:p>
        </p:txBody>
      </p:sp>
      <p:sp>
        <p:nvSpPr>
          <p:cNvPr id="16" name="s18_shp_355"/>
          <p:cNvSpPr/>
          <p:nvPr/>
        </p:nvSpPr>
        <p:spPr>
          <a:xfrm>
            <a:off x="548640" y="384048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17" name="s18_shp_356"/>
          <p:cNvSpPr/>
          <p:nvPr/>
        </p:nvSpPr>
        <p:spPr>
          <a:xfrm>
            <a:off x="548640" y="384048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18" name="s18_txt_357"/>
          <p:cNvSpPr txBox="1"/>
          <p:nvPr/>
        </p:nvSpPr>
        <p:spPr>
          <a:xfrm>
            <a:off x="82296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Хватает ноутбука</a:t>
            </a:r>
            <a:endParaRPr lang="en-US" sz="1900" dirty="0"/>
          </a:p>
        </p:txBody>
      </p:sp>
      <p:sp>
        <p:nvSpPr>
          <p:cNvPr id="19" name="s18_txt_358"/>
          <p:cNvSpPr txBox="1"/>
          <p:nvPr/>
        </p:nvSpPr>
        <p:spPr>
          <a:xfrm>
            <a:off x="822960" y="455371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Chronos-2 заняло 47 мин на Apple M3, прогноз на целый год — пару минут</a:t>
            </a:r>
            <a:endParaRPr lang="en-US" sz="1400" dirty="0"/>
          </a:p>
        </p:txBody>
      </p:sp>
      <p:sp>
        <p:nvSpPr>
          <p:cNvPr id="20" name="s18_shp_359"/>
          <p:cNvSpPr/>
          <p:nvPr/>
        </p:nvSpPr>
        <p:spPr>
          <a:xfrm>
            <a:off x="4160520" y="384048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13500000">
              <a:srgbClr val="FFFFFF">
                <a:alpha val="95000"/>
              </a:srgbClr>
            </a:outerShdw>
          </a:effectLst>
        </p:spPr>
      </p:sp>
      <p:sp>
        <p:nvSpPr>
          <p:cNvPr id="21" name="s18_shp_360"/>
          <p:cNvSpPr/>
          <p:nvPr/>
        </p:nvSpPr>
        <p:spPr>
          <a:xfrm>
            <a:off x="4160520" y="3840480"/>
            <a:ext cx="3337560" cy="2103120"/>
          </a:xfrm>
          <a:prstGeom prst="roundRect">
            <a:avLst>
              <a:gd name="adj" fmla="val 9565"/>
            </a:avLst>
          </a:prstGeom>
          <a:solidFill>
            <a:srgbClr val="E6EBF1"/>
          </a:solidFill>
          <a:ln/>
          <a:effectLst>
            <a:outerShdw sx="100000" sy="100000" kx="0" ky="0" algn="bl" rotWithShape="0" blurRad="139700" dist="63500" dir="2700000">
              <a:srgbClr val="A3B1C6">
                <a:alpha val="60000"/>
              </a:srgbClr>
            </a:outerShdw>
          </a:effectLst>
        </p:spPr>
      </p:sp>
      <p:sp>
        <p:nvSpPr>
          <p:cNvPr id="22" name="s18_txt_361"/>
          <p:cNvSpPr txBox="1"/>
          <p:nvPr/>
        </p:nvSpPr>
        <p:spPr>
          <a:xfrm>
            <a:off x="443484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900" dirty="0"/>
          </a:p>
        </p:txBody>
      </p:sp>
      <p:sp>
        <p:nvSpPr>
          <p:cNvPr id="23" name="s18_txt_362"/>
          <p:cNvSpPr txBox="1"/>
          <p:nvPr/>
        </p:nvSpPr>
        <p:spPr>
          <a:xfrm>
            <a:off x="4434840" y="455371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модели для всех ОЭС — данные по 8 энергосистемам уже собраны — и ежедневный автоматический прогноз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электропотребления ОЭС Северо-Запада</dc:title>
  <dc:subject>PptxGenJS Presentation</dc:subject>
  <dc:creator>PptxGenJS</dc:creator>
  <cp:lastModifiedBy>PptxGenJS</cp:lastModifiedBy>
  <cp:revision>1</cp:revision>
  <dcterms:created xsi:type="dcterms:W3CDTF">2026-10-05T08:57:15Z</dcterms:created>
  <dcterms:modified xsi:type="dcterms:W3CDTF">2026-10-05T08:57:15Z</dcterms:modified>
</cp:coreProperties>
</file>